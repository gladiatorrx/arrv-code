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13"/>
  </p:notesMasterIdLst>
  <p:sldIdLst>
    <p:sldId id="256" r:id="rId2"/>
    <p:sldId id="257" r:id="rId3"/>
    <p:sldId id="258" r:id="rId4"/>
    <p:sldId id="259" r:id="rId5"/>
    <p:sldId id="261" r:id="rId6"/>
    <p:sldId id="266" r:id="rId7"/>
    <p:sldId id="260" r:id="rId8"/>
    <p:sldId id="262" r:id="rId9"/>
    <p:sldId id="265" r:id="rId10"/>
    <p:sldId id="264" r:id="rId11"/>
    <p:sldId id="263" r:id="rId12"/>
  </p:sldIdLst>
  <p:sldSz cx="15119350" cy="1069181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9900"/>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1" d="100"/>
          <a:sy n="51" d="100"/>
        </p:scale>
        <p:origin x="1358"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12E82B59-167E-43C4-8EB0-292725DCA052}" type="datetimeFigureOut">
              <a:rPr lang="en-IN" smtClean="0"/>
              <a:t>22-11-2025</a:t>
            </a:fld>
            <a:endParaRPr lang="en-IN"/>
          </a:p>
        </p:txBody>
      </p:sp>
      <p:sp>
        <p:nvSpPr>
          <p:cNvPr id="4" name="Slide Image Placeholder 3"/>
          <p:cNvSpPr>
            <a:spLocks noGrp="1" noRot="1" noChangeAspect="1"/>
          </p:cNvSpPr>
          <p:nvPr>
            <p:ph type="sldImg" idx="2"/>
          </p:nvPr>
        </p:nvSpPr>
        <p:spPr>
          <a:xfrm>
            <a:off x="2935288" y="857250"/>
            <a:ext cx="3273425"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6FF795E6-AA21-426B-8FD6-E9BA2C90C06D}" type="slidenum">
              <a:rPr lang="en-IN" smtClean="0"/>
              <a:t>‹#›</a:t>
            </a:fld>
            <a:endParaRPr lang="en-IN"/>
          </a:p>
        </p:txBody>
      </p:sp>
    </p:spTree>
    <p:extLst>
      <p:ext uri="{BB962C8B-B14F-4D97-AF65-F5344CB8AC3E}">
        <p14:creationId xmlns:p14="http://schemas.microsoft.com/office/powerpoint/2010/main" val="1575827856"/>
      </p:ext>
    </p:extLst>
  </p:cSld>
  <p:clrMap bg1="lt1" tx1="dk1" bg2="lt2" tx2="dk2" accent1="accent1" accent2="accent2" accent3="accent3" accent4="accent4" accent5="accent5" accent6="accent6" hlink="hlink" folHlink="folHlink"/>
  <p:notesStyle>
    <a:lvl1pPr marL="0" algn="l" defTabSz="1075334" rtl="0" eaLnBrk="1" latinLnBrk="0" hangingPunct="1">
      <a:defRPr sz="1411" kern="1200">
        <a:solidFill>
          <a:schemeClr val="tx1"/>
        </a:solidFill>
        <a:latin typeface="+mn-lt"/>
        <a:ea typeface="+mn-ea"/>
        <a:cs typeface="+mn-cs"/>
      </a:defRPr>
    </a:lvl1pPr>
    <a:lvl2pPr marL="537667" algn="l" defTabSz="1075334" rtl="0" eaLnBrk="1" latinLnBrk="0" hangingPunct="1">
      <a:defRPr sz="1411" kern="1200">
        <a:solidFill>
          <a:schemeClr val="tx1"/>
        </a:solidFill>
        <a:latin typeface="+mn-lt"/>
        <a:ea typeface="+mn-ea"/>
        <a:cs typeface="+mn-cs"/>
      </a:defRPr>
    </a:lvl2pPr>
    <a:lvl3pPr marL="1075334" algn="l" defTabSz="1075334" rtl="0" eaLnBrk="1" latinLnBrk="0" hangingPunct="1">
      <a:defRPr sz="1411" kern="1200">
        <a:solidFill>
          <a:schemeClr val="tx1"/>
        </a:solidFill>
        <a:latin typeface="+mn-lt"/>
        <a:ea typeface="+mn-ea"/>
        <a:cs typeface="+mn-cs"/>
      </a:defRPr>
    </a:lvl3pPr>
    <a:lvl4pPr marL="1613002" algn="l" defTabSz="1075334" rtl="0" eaLnBrk="1" latinLnBrk="0" hangingPunct="1">
      <a:defRPr sz="1411" kern="1200">
        <a:solidFill>
          <a:schemeClr val="tx1"/>
        </a:solidFill>
        <a:latin typeface="+mn-lt"/>
        <a:ea typeface="+mn-ea"/>
        <a:cs typeface="+mn-cs"/>
      </a:defRPr>
    </a:lvl4pPr>
    <a:lvl5pPr marL="2150669" algn="l" defTabSz="1075334" rtl="0" eaLnBrk="1" latinLnBrk="0" hangingPunct="1">
      <a:defRPr sz="1411" kern="1200">
        <a:solidFill>
          <a:schemeClr val="tx1"/>
        </a:solidFill>
        <a:latin typeface="+mn-lt"/>
        <a:ea typeface="+mn-ea"/>
        <a:cs typeface="+mn-cs"/>
      </a:defRPr>
    </a:lvl5pPr>
    <a:lvl6pPr marL="2688336" algn="l" defTabSz="1075334" rtl="0" eaLnBrk="1" latinLnBrk="0" hangingPunct="1">
      <a:defRPr sz="1411" kern="1200">
        <a:solidFill>
          <a:schemeClr val="tx1"/>
        </a:solidFill>
        <a:latin typeface="+mn-lt"/>
        <a:ea typeface="+mn-ea"/>
        <a:cs typeface="+mn-cs"/>
      </a:defRPr>
    </a:lvl6pPr>
    <a:lvl7pPr marL="3226003" algn="l" defTabSz="1075334" rtl="0" eaLnBrk="1" latinLnBrk="0" hangingPunct="1">
      <a:defRPr sz="1411" kern="1200">
        <a:solidFill>
          <a:schemeClr val="tx1"/>
        </a:solidFill>
        <a:latin typeface="+mn-lt"/>
        <a:ea typeface="+mn-ea"/>
        <a:cs typeface="+mn-cs"/>
      </a:defRPr>
    </a:lvl7pPr>
    <a:lvl8pPr marL="3763670" algn="l" defTabSz="1075334" rtl="0" eaLnBrk="1" latinLnBrk="0" hangingPunct="1">
      <a:defRPr sz="1411" kern="1200">
        <a:solidFill>
          <a:schemeClr val="tx1"/>
        </a:solidFill>
        <a:latin typeface="+mn-lt"/>
        <a:ea typeface="+mn-ea"/>
        <a:cs typeface="+mn-cs"/>
      </a:defRPr>
    </a:lvl8pPr>
    <a:lvl9pPr marL="4301338" algn="l" defTabSz="1075334" rtl="0" eaLnBrk="1" latinLnBrk="0" hangingPunct="1">
      <a:defRPr sz="141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1749795"/>
            <a:ext cx="12851448" cy="3722335"/>
          </a:xfrm>
        </p:spPr>
        <p:txBody>
          <a:bodyPr anchor="b"/>
          <a:lstStyle>
            <a:lvl1pPr algn="ctr">
              <a:defRPr sz="9354"/>
            </a:lvl1pPr>
          </a:lstStyle>
          <a:p>
            <a:r>
              <a:rPr lang="en-US"/>
              <a:t>Click to edit Master title style</a:t>
            </a:r>
            <a:endParaRPr lang="en-US" dirty="0"/>
          </a:p>
        </p:txBody>
      </p:sp>
      <p:sp>
        <p:nvSpPr>
          <p:cNvPr id="3" name="Subtitle 2"/>
          <p:cNvSpPr>
            <a:spLocks noGrp="1"/>
          </p:cNvSpPr>
          <p:nvPr>
            <p:ph type="subTitle" idx="1"/>
          </p:nvPr>
        </p:nvSpPr>
        <p:spPr>
          <a:xfrm>
            <a:off x="1889919" y="5615678"/>
            <a:ext cx="11339513" cy="2581379"/>
          </a:xfrm>
        </p:spPr>
        <p:txBody>
          <a:bodyPr/>
          <a:lstStyle>
            <a:lvl1pPr marL="0" indent="0" algn="ctr">
              <a:buNone/>
              <a:defRPr sz="3742"/>
            </a:lvl1pPr>
            <a:lvl2pPr marL="712775" indent="0" algn="ctr">
              <a:buNone/>
              <a:defRPr sz="3118"/>
            </a:lvl2pPr>
            <a:lvl3pPr marL="1425550" indent="0" algn="ctr">
              <a:buNone/>
              <a:defRPr sz="2806"/>
            </a:lvl3pPr>
            <a:lvl4pPr marL="2138324" indent="0" algn="ctr">
              <a:buNone/>
              <a:defRPr sz="2494"/>
            </a:lvl4pPr>
            <a:lvl5pPr marL="2851099" indent="0" algn="ctr">
              <a:buNone/>
              <a:defRPr sz="2494"/>
            </a:lvl5pPr>
            <a:lvl6pPr marL="3563874" indent="0" algn="ctr">
              <a:buNone/>
              <a:defRPr sz="2494"/>
            </a:lvl6pPr>
            <a:lvl7pPr marL="4276649" indent="0" algn="ctr">
              <a:buNone/>
              <a:defRPr sz="2494"/>
            </a:lvl7pPr>
            <a:lvl8pPr marL="4989424" indent="0" algn="ctr">
              <a:buNone/>
              <a:defRPr sz="2494"/>
            </a:lvl8pPr>
            <a:lvl9pPr marL="5702198" indent="0" algn="ctr">
              <a:buNone/>
              <a:defRPr sz="2494"/>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12B7DE2-0C18-4EC7-9DE1-08D2ABB96C5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1414069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B7DE2-0C18-4EC7-9DE1-08D2ABB96C5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83094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31582" y="2665532"/>
            <a:ext cx="13040439" cy="4447496"/>
          </a:xfrm>
        </p:spPr>
        <p:txBody>
          <a:bodyPr anchor="b"/>
          <a:lstStyle>
            <a:lvl1pPr>
              <a:defRPr sz="9354"/>
            </a:lvl1pPr>
          </a:lstStyle>
          <a:p>
            <a:r>
              <a:rPr lang="en-US"/>
              <a:t>Click to edit Master title style</a:t>
            </a:r>
            <a:endParaRPr lang="en-US" dirty="0"/>
          </a:p>
        </p:txBody>
      </p:sp>
      <p:sp>
        <p:nvSpPr>
          <p:cNvPr id="3" name="Text Placeholder 2"/>
          <p:cNvSpPr>
            <a:spLocks noGrp="1"/>
          </p:cNvSpPr>
          <p:nvPr>
            <p:ph type="body" idx="1"/>
          </p:nvPr>
        </p:nvSpPr>
        <p:spPr>
          <a:xfrm>
            <a:off x="1031582" y="7155103"/>
            <a:ext cx="13040439" cy="2338833"/>
          </a:xfrm>
        </p:spPr>
        <p:txBody>
          <a:bodyPr/>
          <a:lstStyle>
            <a:lvl1pPr marL="0" indent="0">
              <a:buNone/>
              <a:defRPr sz="3742">
                <a:solidFill>
                  <a:schemeClr val="tx1"/>
                </a:solidFill>
              </a:defRPr>
            </a:lvl1pPr>
            <a:lvl2pPr marL="712775" indent="0">
              <a:buNone/>
              <a:defRPr sz="3118">
                <a:solidFill>
                  <a:schemeClr val="tx1">
                    <a:tint val="75000"/>
                  </a:schemeClr>
                </a:solidFill>
              </a:defRPr>
            </a:lvl2pPr>
            <a:lvl3pPr marL="1425550" indent="0">
              <a:buNone/>
              <a:defRPr sz="2806">
                <a:solidFill>
                  <a:schemeClr val="tx1">
                    <a:tint val="75000"/>
                  </a:schemeClr>
                </a:solidFill>
              </a:defRPr>
            </a:lvl3pPr>
            <a:lvl4pPr marL="2138324" indent="0">
              <a:buNone/>
              <a:defRPr sz="2494">
                <a:solidFill>
                  <a:schemeClr val="tx1">
                    <a:tint val="75000"/>
                  </a:schemeClr>
                </a:solidFill>
              </a:defRPr>
            </a:lvl4pPr>
            <a:lvl5pPr marL="2851099" indent="0">
              <a:buNone/>
              <a:defRPr sz="2494">
                <a:solidFill>
                  <a:schemeClr val="tx1">
                    <a:tint val="75000"/>
                  </a:schemeClr>
                </a:solidFill>
              </a:defRPr>
            </a:lvl5pPr>
            <a:lvl6pPr marL="3563874" indent="0">
              <a:buNone/>
              <a:defRPr sz="2494">
                <a:solidFill>
                  <a:schemeClr val="tx1">
                    <a:tint val="75000"/>
                  </a:schemeClr>
                </a:solidFill>
              </a:defRPr>
            </a:lvl6pPr>
            <a:lvl7pPr marL="4276649" indent="0">
              <a:buNone/>
              <a:defRPr sz="2494">
                <a:solidFill>
                  <a:schemeClr val="tx1">
                    <a:tint val="75000"/>
                  </a:schemeClr>
                </a:solidFill>
              </a:defRPr>
            </a:lvl7pPr>
            <a:lvl8pPr marL="4989424" indent="0">
              <a:buNone/>
              <a:defRPr sz="2494">
                <a:solidFill>
                  <a:schemeClr val="tx1">
                    <a:tint val="75000"/>
                  </a:schemeClr>
                </a:solidFill>
              </a:defRPr>
            </a:lvl8pPr>
            <a:lvl9pPr marL="5702198" indent="0">
              <a:buNone/>
              <a:defRPr sz="2494">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12B7DE2-0C18-4EC7-9DE1-08D2ABB96C5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2490168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39455"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654171" y="2846200"/>
            <a:ext cx="6425724" cy="67838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12B7DE2-0C18-4EC7-9DE1-08D2ABB96C5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275817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41425" y="569242"/>
            <a:ext cx="13040439" cy="2066590"/>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41426" y="2620980"/>
            <a:ext cx="63961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4" name="Content Placeholder 3"/>
          <p:cNvSpPr>
            <a:spLocks noGrp="1"/>
          </p:cNvSpPr>
          <p:nvPr>
            <p:ph sz="half" idx="2"/>
          </p:nvPr>
        </p:nvSpPr>
        <p:spPr>
          <a:xfrm>
            <a:off x="1041426" y="3905482"/>
            <a:ext cx="63961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654172" y="2620980"/>
            <a:ext cx="6427693" cy="1284502"/>
          </a:xfrm>
        </p:spPr>
        <p:txBody>
          <a:bodyPr anchor="b"/>
          <a:lstStyle>
            <a:lvl1pPr marL="0" indent="0">
              <a:buNone/>
              <a:defRPr sz="3742" b="1"/>
            </a:lvl1pPr>
            <a:lvl2pPr marL="712775" indent="0">
              <a:buNone/>
              <a:defRPr sz="3118" b="1"/>
            </a:lvl2pPr>
            <a:lvl3pPr marL="1425550" indent="0">
              <a:buNone/>
              <a:defRPr sz="2806" b="1"/>
            </a:lvl3pPr>
            <a:lvl4pPr marL="2138324" indent="0">
              <a:buNone/>
              <a:defRPr sz="2494" b="1"/>
            </a:lvl4pPr>
            <a:lvl5pPr marL="2851099" indent="0">
              <a:buNone/>
              <a:defRPr sz="2494" b="1"/>
            </a:lvl5pPr>
            <a:lvl6pPr marL="3563874" indent="0">
              <a:buNone/>
              <a:defRPr sz="2494" b="1"/>
            </a:lvl6pPr>
            <a:lvl7pPr marL="4276649" indent="0">
              <a:buNone/>
              <a:defRPr sz="2494" b="1"/>
            </a:lvl7pPr>
            <a:lvl8pPr marL="4989424" indent="0">
              <a:buNone/>
              <a:defRPr sz="2494" b="1"/>
            </a:lvl8pPr>
            <a:lvl9pPr marL="5702198" indent="0">
              <a:buNone/>
              <a:defRPr sz="2494" b="1"/>
            </a:lvl9pPr>
          </a:lstStyle>
          <a:p>
            <a:pPr lvl="0"/>
            <a:r>
              <a:rPr lang="en-US"/>
              <a:t>Click to edit Master text styles</a:t>
            </a:r>
          </a:p>
        </p:txBody>
      </p:sp>
      <p:sp>
        <p:nvSpPr>
          <p:cNvPr id="6" name="Content Placeholder 5"/>
          <p:cNvSpPr>
            <a:spLocks noGrp="1"/>
          </p:cNvSpPr>
          <p:nvPr>
            <p:ph sz="quarter" idx="4"/>
          </p:nvPr>
        </p:nvSpPr>
        <p:spPr>
          <a:xfrm>
            <a:off x="7654172" y="3905482"/>
            <a:ext cx="6427693" cy="57443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12B7DE2-0C18-4EC7-9DE1-08D2ABB96C5A}" type="datetimeFigureOut">
              <a:rPr lang="en-IN" smtClean="0"/>
              <a:t>22-11-2025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405995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2B7DE2-0C18-4EC7-9DE1-08D2ABB96C5A}" type="datetimeFigureOut">
              <a:rPr lang="en-IN" smtClean="0"/>
              <a:t>22-11-2025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210763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2B7DE2-0C18-4EC7-9DE1-08D2ABB96C5A}" type="datetimeFigureOut">
              <a:rPr lang="en-IN" smtClean="0"/>
              <a:t>22-11-2025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22884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Content Placeholder 2"/>
          <p:cNvSpPr>
            <a:spLocks noGrp="1"/>
          </p:cNvSpPr>
          <p:nvPr>
            <p:ph idx="1"/>
          </p:nvPr>
        </p:nvSpPr>
        <p:spPr>
          <a:xfrm>
            <a:off x="6427693" y="1539425"/>
            <a:ext cx="7654171" cy="7598117"/>
          </a:xfrm>
        </p:spPr>
        <p:txBody>
          <a:bodyPr/>
          <a:lstStyle>
            <a:lvl1pPr>
              <a:defRPr sz="4989"/>
            </a:lvl1pPr>
            <a:lvl2pPr>
              <a:defRPr sz="4365"/>
            </a:lvl2pPr>
            <a:lvl3pPr>
              <a:defRPr sz="3742"/>
            </a:lvl3pPr>
            <a:lvl4pPr>
              <a:defRPr sz="3118"/>
            </a:lvl4pPr>
            <a:lvl5pPr>
              <a:defRPr sz="3118"/>
            </a:lvl5pPr>
            <a:lvl6pPr>
              <a:defRPr sz="3118"/>
            </a:lvl6pPr>
            <a:lvl7pPr>
              <a:defRPr sz="3118"/>
            </a:lvl7pPr>
            <a:lvl8pPr>
              <a:defRPr sz="3118"/>
            </a:lvl8pPr>
            <a:lvl9pPr>
              <a:defRPr sz="311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A12B7DE2-0C18-4EC7-9DE1-08D2ABB96C5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389954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41425" y="712788"/>
            <a:ext cx="4876384" cy="2494756"/>
          </a:xfrm>
        </p:spPr>
        <p:txBody>
          <a:bodyPr anchor="b"/>
          <a:lstStyle>
            <a:lvl1pPr>
              <a:defRPr sz="4989"/>
            </a:lvl1pPr>
          </a:lstStyle>
          <a:p>
            <a:r>
              <a:rPr lang="en-US"/>
              <a:t>Click to edit Master title style</a:t>
            </a:r>
            <a:endParaRPr lang="en-US" dirty="0"/>
          </a:p>
        </p:txBody>
      </p:sp>
      <p:sp>
        <p:nvSpPr>
          <p:cNvPr id="3" name="Picture Placeholder 2"/>
          <p:cNvSpPr>
            <a:spLocks noGrp="1" noChangeAspect="1"/>
          </p:cNvSpPr>
          <p:nvPr>
            <p:ph type="pic" idx="1"/>
          </p:nvPr>
        </p:nvSpPr>
        <p:spPr>
          <a:xfrm>
            <a:off x="6427693" y="1539425"/>
            <a:ext cx="7654171" cy="7598117"/>
          </a:xfrm>
        </p:spPr>
        <p:txBody>
          <a:bodyPr anchor="t"/>
          <a:lstStyle>
            <a:lvl1pPr marL="0" indent="0">
              <a:buNone/>
              <a:defRPr sz="4989"/>
            </a:lvl1pPr>
            <a:lvl2pPr marL="712775" indent="0">
              <a:buNone/>
              <a:defRPr sz="4365"/>
            </a:lvl2pPr>
            <a:lvl3pPr marL="1425550" indent="0">
              <a:buNone/>
              <a:defRPr sz="3742"/>
            </a:lvl3pPr>
            <a:lvl4pPr marL="2138324" indent="0">
              <a:buNone/>
              <a:defRPr sz="3118"/>
            </a:lvl4pPr>
            <a:lvl5pPr marL="2851099" indent="0">
              <a:buNone/>
              <a:defRPr sz="3118"/>
            </a:lvl5pPr>
            <a:lvl6pPr marL="3563874" indent="0">
              <a:buNone/>
              <a:defRPr sz="3118"/>
            </a:lvl6pPr>
            <a:lvl7pPr marL="4276649" indent="0">
              <a:buNone/>
              <a:defRPr sz="3118"/>
            </a:lvl7pPr>
            <a:lvl8pPr marL="4989424" indent="0">
              <a:buNone/>
              <a:defRPr sz="3118"/>
            </a:lvl8pPr>
            <a:lvl9pPr marL="5702198" indent="0">
              <a:buNone/>
              <a:defRPr sz="3118"/>
            </a:lvl9pPr>
          </a:lstStyle>
          <a:p>
            <a:r>
              <a:rPr lang="en-US"/>
              <a:t>Click icon to add picture</a:t>
            </a:r>
            <a:endParaRPr lang="en-US" dirty="0"/>
          </a:p>
        </p:txBody>
      </p:sp>
      <p:sp>
        <p:nvSpPr>
          <p:cNvPr id="4" name="Text Placeholder 3"/>
          <p:cNvSpPr>
            <a:spLocks noGrp="1"/>
          </p:cNvSpPr>
          <p:nvPr>
            <p:ph type="body" sz="half" idx="2"/>
          </p:nvPr>
        </p:nvSpPr>
        <p:spPr>
          <a:xfrm>
            <a:off x="1041425" y="3207544"/>
            <a:ext cx="4876384" cy="5942372"/>
          </a:xfrm>
        </p:spPr>
        <p:txBody>
          <a:bodyPr/>
          <a:lstStyle>
            <a:lvl1pPr marL="0" indent="0">
              <a:buNone/>
              <a:defRPr sz="2494"/>
            </a:lvl1pPr>
            <a:lvl2pPr marL="712775" indent="0">
              <a:buNone/>
              <a:defRPr sz="2183"/>
            </a:lvl2pPr>
            <a:lvl3pPr marL="1425550" indent="0">
              <a:buNone/>
              <a:defRPr sz="1871"/>
            </a:lvl3pPr>
            <a:lvl4pPr marL="2138324" indent="0">
              <a:buNone/>
              <a:defRPr sz="1559"/>
            </a:lvl4pPr>
            <a:lvl5pPr marL="2851099" indent="0">
              <a:buNone/>
              <a:defRPr sz="1559"/>
            </a:lvl5pPr>
            <a:lvl6pPr marL="3563874" indent="0">
              <a:buNone/>
              <a:defRPr sz="1559"/>
            </a:lvl6pPr>
            <a:lvl7pPr marL="4276649" indent="0">
              <a:buNone/>
              <a:defRPr sz="1559"/>
            </a:lvl7pPr>
            <a:lvl8pPr marL="4989424" indent="0">
              <a:buNone/>
              <a:defRPr sz="1559"/>
            </a:lvl8pPr>
            <a:lvl9pPr marL="5702198" indent="0">
              <a:buNone/>
              <a:defRPr sz="1559"/>
            </a:lvl9pPr>
          </a:lstStyle>
          <a:p>
            <a:pPr lvl="0"/>
            <a:r>
              <a:rPr lang="en-US"/>
              <a:t>Click to edit Master text styles</a:t>
            </a:r>
          </a:p>
        </p:txBody>
      </p:sp>
      <p:sp>
        <p:nvSpPr>
          <p:cNvPr id="5" name="Date Placeholder 4"/>
          <p:cNvSpPr>
            <a:spLocks noGrp="1"/>
          </p:cNvSpPr>
          <p:nvPr>
            <p:ph type="dt" sz="half" idx="10"/>
          </p:nvPr>
        </p:nvSpPr>
        <p:spPr/>
        <p:txBody>
          <a:bodyPr/>
          <a:lstStyle/>
          <a:p>
            <a:fld id="{A12B7DE2-0C18-4EC7-9DE1-08D2ABB96C5A}" type="datetimeFigureOut">
              <a:rPr lang="en-IN" smtClean="0"/>
              <a:t>22-11-2025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2180352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B7DE2-0C18-4EC7-9DE1-08D2ABB96C5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1636007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569240"/>
            <a:ext cx="3260110" cy="906081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39456" y="569240"/>
            <a:ext cx="9591338" cy="9060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2B7DE2-0C18-4EC7-9DE1-08D2ABB96C5A}" type="datetimeFigureOut">
              <a:rPr lang="en-IN" smtClean="0"/>
              <a:t>22-11-2025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F8A0AB9-566E-466E-92C8-3B67CB232D84}" type="slidenum">
              <a:rPr lang="en-IN" smtClean="0"/>
              <a:t>‹#›</a:t>
            </a:fld>
            <a:endParaRPr lang="en-IN"/>
          </a:p>
        </p:txBody>
      </p:sp>
    </p:spTree>
    <p:extLst>
      <p:ext uri="{BB962C8B-B14F-4D97-AF65-F5344CB8AC3E}">
        <p14:creationId xmlns:p14="http://schemas.microsoft.com/office/powerpoint/2010/main" val="153229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569242"/>
            <a:ext cx="13040439" cy="20665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39456" y="2846200"/>
            <a:ext cx="13040439" cy="678385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9455" y="9909729"/>
            <a:ext cx="3401854" cy="569240"/>
          </a:xfrm>
          <a:prstGeom prst="rect">
            <a:avLst/>
          </a:prstGeom>
        </p:spPr>
        <p:txBody>
          <a:bodyPr vert="horz" lIns="91440" tIns="45720" rIns="91440" bIns="45720" rtlCol="0" anchor="ctr"/>
          <a:lstStyle>
            <a:lvl1pPr algn="l">
              <a:defRPr sz="1871">
                <a:solidFill>
                  <a:schemeClr val="tx1">
                    <a:tint val="75000"/>
                  </a:schemeClr>
                </a:solidFill>
              </a:defRPr>
            </a:lvl1pPr>
          </a:lstStyle>
          <a:p>
            <a:fld id="{A12B7DE2-0C18-4EC7-9DE1-08D2ABB96C5A}" type="datetimeFigureOut">
              <a:rPr lang="en-IN" smtClean="0"/>
              <a:t>22-11-2025</a:t>
            </a:fld>
            <a:endParaRPr lang="en-IN"/>
          </a:p>
        </p:txBody>
      </p:sp>
      <p:sp>
        <p:nvSpPr>
          <p:cNvPr id="5" name="Footer Placeholder 4"/>
          <p:cNvSpPr>
            <a:spLocks noGrp="1"/>
          </p:cNvSpPr>
          <p:nvPr>
            <p:ph type="ftr" sz="quarter" idx="3"/>
          </p:nvPr>
        </p:nvSpPr>
        <p:spPr>
          <a:xfrm>
            <a:off x="5008285" y="9909729"/>
            <a:ext cx="5102781" cy="569240"/>
          </a:xfrm>
          <a:prstGeom prst="rect">
            <a:avLst/>
          </a:prstGeom>
        </p:spPr>
        <p:txBody>
          <a:bodyPr vert="horz" lIns="91440" tIns="45720" rIns="91440" bIns="45720" rtlCol="0" anchor="ctr"/>
          <a:lstStyle>
            <a:lvl1pPr algn="ctr">
              <a:defRPr sz="1871">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678041" y="9909729"/>
            <a:ext cx="3401854" cy="569240"/>
          </a:xfrm>
          <a:prstGeom prst="rect">
            <a:avLst/>
          </a:prstGeom>
        </p:spPr>
        <p:txBody>
          <a:bodyPr vert="horz" lIns="91440" tIns="45720" rIns="91440" bIns="45720" rtlCol="0" anchor="ctr"/>
          <a:lstStyle>
            <a:lvl1pPr algn="r">
              <a:defRPr sz="1871">
                <a:solidFill>
                  <a:schemeClr val="tx1">
                    <a:tint val="75000"/>
                  </a:schemeClr>
                </a:solidFill>
              </a:defRPr>
            </a:lvl1pPr>
          </a:lstStyle>
          <a:p>
            <a:fld id="{4F8A0AB9-566E-466E-92C8-3B67CB232D84}" type="slidenum">
              <a:rPr lang="en-IN" smtClean="0"/>
              <a:t>‹#›</a:t>
            </a:fld>
            <a:endParaRPr lang="en-IN"/>
          </a:p>
        </p:txBody>
      </p:sp>
    </p:spTree>
    <p:extLst>
      <p:ext uri="{BB962C8B-B14F-4D97-AF65-F5344CB8AC3E}">
        <p14:creationId xmlns:p14="http://schemas.microsoft.com/office/powerpoint/2010/main" val="393143819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1425550" rtl="0" eaLnBrk="1" latinLnBrk="0" hangingPunct="1">
        <a:lnSpc>
          <a:spcPct val="90000"/>
        </a:lnSpc>
        <a:spcBef>
          <a:spcPct val="0"/>
        </a:spcBef>
        <a:buNone/>
        <a:defRPr sz="6860" kern="1200">
          <a:solidFill>
            <a:schemeClr val="tx1"/>
          </a:solidFill>
          <a:latin typeface="+mj-lt"/>
          <a:ea typeface="+mj-ea"/>
          <a:cs typeface="+mj-cs"/>
        </a:defRPr>
      </a:lvl1pPr>
    </p:titleStyle>
    <p:bodyStyle>
      <a:lvl1pPr marL="356387" indent="-356387" algn="l" defTabSz="1425550" rtl="0" eaLnBrk="1" latinLnBrk="0" hangingPunct="1">
        <a:lnSpc>
          <a:spcPct val="90000"/>
        </a:lnSpc>
        <a:spcBef>
          <a:spcPts val="1559"/>
        </a:spcBef>
        <a:buFont typeface="Arial" panose="020B0604020202020204" pitchFamily="34" charset="0"/>
        <a:buChar char="•"/>
        <a:defRPr sz="4365" kern="1200">
          <a:solidFill>
            <a:schemeClr val="tx1"/>
          </a:solidFill>
          <a:latin typeface="+mn-lt"/>
          <a:ea typeface="+mn-ea"/>
          <a:cs typeface="+mn-cs"/>
        </a:defRPr>
      </a:lvl1pPr>
      <a:lvl2pPr marL="1069162" indent="-356387" algn="l" defTabSz="1425550" rtl="0" eaLnBrk="1" latinLnBrk="0" hangingPunct="1">
        <a:lnSpc>
          <a:spcPct val="90000"/>
        </a:lnSpc>
        <a:spcBef>
          <a:spcPts val="780"/>
        </a:spcBef>
        <a:buFont typeface="Arial" panose="020B0604020202020204" pitchFamily="34" charset="0"/>
        <a:buChar char="•"/>
        <a:defRPr sz="3742" kern="1200">
          <a:solidFill>
            <a:schemeClr val="tx1"/>
          </a:solidFill>
          <a:latin typeface="+mn-lt"/>
          <a:ea typeface="+mn-ea"/>
          <a:cs typeface="+mn-cs"/>
        </a:defRPr>
      </a:lvl2pPr>
      <a:lvl3pPr marL="1781937" indent="-356387" algn="l" defTabSz="1425550" rtl="0" eaLnBrk="1" latinLnBrk="0" hangingPunct="1">
        <a:lnSpc>
          <a:spcPct val="90000"/>
        </a:lnSpc>
        <a:spcBef>
          <a:spcPts val="780"/>
        </a:spcBef>
        <a:buFont typeface="Arial" panose="020B0604020202020204" pitchFamily="34" charset="0"/>
        <a:buChar char="•"/>
        <a:defRPr sz="3118" kern="1200">
          <a:solidFill>
            <a:schemeClr val="tx1"/>
          </a:solidFill>
          <a:latin typeface="+mn-lt"/>
          <a:ea typeface="+mn-ea"/>
          <a:cs typeface="+mn-cs"/>
        </a:defRPr>
      </a:lvl3pPr>
      <a:lvl4pPr marL="2494712"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4pPr>
      <a:lvl5pPr marL="3207487"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5pPr>
      <a:lvl6pPr marL="392026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6pPr>
      <a:lvl7pPr marL="463303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7pPr>
      <a:lvl8pPr marL="5345811"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8pPr>
      <a:lvl9pPr marL="6058586" indent="-356387" algn="l" defTabSz="1425550" rtl="0" eaLnBrk="1" latinLnBrk="0" hangingPunct="1">
        <a:lnSpc>
          <a:spcPct val="90000"/>
        </a:lnSpc>
        <a:spcBef>
          <a:spcPts val="780"/>
        </a:spcBef>
        <a:buFont typeface="Arial" panose="020B0604020202020204" pitchFamily="34" charset="0"/>
        <a:buChar char="•"/>
        <a:defRPr sz="2806" kern="1200">
          <a:solidFill>
            <a:schemeClr val="tx1"/>
          </a:solidFill>
          <a:latin typeface="+mn-lt"/>
          <a:ea typeface="+mn-ea"/>
          <a:cs typeface="+mn-cs"/>
        </a:defRPr>
      </a:lvl9pPr>
    </p:bodyStyle>
    <p:otherStyle>
      <a:defPPr>
        <a:defRPr lang="en-US"/>
      </a:defPPr>
      <a:lvl1pPr marL="0" algn="l" defTabSz="1425550" rtl="0" eaLnBrk="1" latinLnBrk="0" hangingPunct="1">
        <a:defRPr sz="2806" kern="1200">
          <a:solidFill>
            <a:schemeClr val="tx1"/>
          </a:solidFill>
          <a:latin typeface="+mn-lt"/>
          <a:ea typeface="+mn-ea"/>
          <a:cs typeface="+mn-cs"/>
        </a:defRPr>
      </a:lvl1pPr>
      <a:lvl2pPr marL="712775" algn="l" defTabSz="1425550" rtl="0" eaLnBrk="1" latinLnBrk="0" hangingPunct="1">
        <a:defRPr sz="2806" kern="1200">
          <a:solidFill>
            <a:schemeClr val="tx1"/>
          </a:solidFill>
          <a:latin typeface="+mn-lt"/>
          <a:ea typeface="+mn-ea"/>
          <a:cs typeface="+mn-cs"/>
        </a:defRPr>
      </a:lvl2pPr>
      <a:lvl3pPr marL="1425550" algn="l" defTabSz="1425550" rtl="0" eaLnBrk="1" latinLnBrk="0" hangingPunct="1">
        <a:defRPr sz="2806" kern="1200">
          <a:solidFill>
            <a:schemeClr val="tx1"/>
          </a:solidFill>
          <a:latin typeface="+mn-lt"/>
          <a:ea typeface="+mn-ea"/>
          <a:cs typeface="+mn-cs"/>
        </a:defRPr>
      </a:lvl3pPr>
      <a:lvl4pPr marL="2138324" algn="l" defTabSz="1425550" rtl="0" eaLnBrk="1" latinLnBrk="0" hangingPunct="1">
        <a:defRPr sz="2806" kern="1200">
          <a:solidFill>
            <a:schemeClr val="tx1"/>
          </a:solidFill>
          <a:latin typeface="+mn-lt"/>
          <a:ea typeface="+mn-ea"/>
          <a:cs typeface="+mn-cs"/>
        </a:defRPr>
      </a:lvl4pPr>
      <a:lvl5pPr marL="2851099" algn="l" defTabSz="1425550" rtl="0" eaLnBrk="1" latinLnBrk="0" hangingPunct="1">
        <a:defRPr sz="2806" kern="1200">
          <a:solidFill>
            <a:schemeClr val="tx1"/>
          </a:solidFill>
          <a:latin typeface="+mn-lt"/>
          <a:ea typeface="+mn-ea"/>
          <a:cs typeface="+mn-cs"/>
        </a:defRPr>
      </a:lvl5pPr>
      <a:lvl6pPr marL="3563874" algn="l" defTabSz="1425550" rtl="0" eaLnBrk="1" latinLnBrk="0" hangingPunct="1">
        <a:defRPr sz="2806" kern="1200">
          <a:solidFill>
            <a:schemeClr val="tx1"/>
          </a:solidFill>
          <a:latin typeface="+mn-lt"/>
          <a:ea typeface="+mn-ea"/>
          <a:cs typeface="+mn-cs"/>
        </a:defRPr>
      </a:lvl6pPr>
      <a:lvl7pPr marL="4276649" algn="l" defTabSz="1425550" rtl="0" eaLnBrk="1" latinLnBrk="0" hangingPunct="1">
        <a:defRPr sz="2806" kern="1200">
          <a:solidFill>
            <a:schemeClr val="tx1"/>
          </a:solidFill>
          <a:latin typeface="+mn-lt"/>
          <a:ea typeface="+mn-ea"/>
          <a:cs typeface="+mn-cs"/>
        </a:defRPr>
      </a:lvl7pPr>
      <a:lvl8pPr marL="4989424" algn="l" defTabSz="1425550" rtl="0" eaLnBrk="1" latinLnBrk="0" hangingPunct="1">
        <a:defRPr sz="2806" kern="1200">
          <a:solidFill>
            <a:schemeClr val="tx1"/>
          </a:solidFill>
          <a:latin typeface="+mn-lt"/>
          <a:ea typeface="+mn-ea"/>
          <a:cs typeface="+mn-cs"/>
        </a:defRPr>
      </a:lvl8pPr>
      <a:lvl9pPr marL="5702198" algn="l" defTabSz="1425550" rtl="0" eaLnBrk="1" latinLnBrk="0" hangingPunct="1">
        <a:defRPr sz="280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7.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368704D-C99B-0FAA-50D8-51CBC61FA1AC}"/>
              </a:ext>
            </a:extLst>
          </p:cNvPr>
          <p:cNvSpPr txBox="1"/>
          <p:nvPr/>
        </p:nvSpPr>
        <p:spPr>
          <a:xfrm>
            <a:off x="4880655" y="772882"/>
            <a:ext cx="5358040" cy="1107996"/>
          </a:xfrm>
          <a:prstGeom prst="rect">
            <a:avLst/>
          </a:prstGeom>
          <a:solidFill>
            <a:schemeClr val="accent2"/>
          </a:solidFill>
        </p:spPr>
        <p:txBody>
          <a:bodyPr wrap="square" rtlCol="0">
            <a:spAutoFit/>
          </a:bodyPr>
          <a:lstStyle/>
          <a:p>
            <a:pPr algn="ctr"/>
            <a:r>
              <a:rPr lang="en-US" sz="6600" dirty="0">
                <a:solidFill>
                  <a:schemeClr val="bg1"/>
                </a:solidFill>
                <a:latin typeface="Britannic Bold" panose="020B0903060703020204" pitchFamily="34" charset="0"/>
              </a:rPr>
              <a:t>ABSTRACT</a:t>
            </a:r>
            <a:endParaRPr lang="en-IN" sz="6600" dirty="0">
              <a:solidFill>
                <a:schemeClr val="bg1"/>
              </a:solidFill>
              <a:latin typeface="Britannic Bold" panose="020B0903060703020204" pitchFamily="34" charset="0"/>
            </a:endParaRPr>
          </a:p>
        </p:txBody>
      </p:sp>
      <p:sp>
        <p:nvSpPr>
          <p:cNvPr id="7" name="TextBox 6">
            <a:extLst>
              <a:ext uri="{FF2B5EF4-FFF2-40B4-BE49-F238E27FC236}">
                <a16:creationId xmlns:a16="http://schemas.microsoft.com/office/drawing/2014/main" id="{CA12B263-1621-0D33-6364-B79C0E169920}"/>
              </a:ext>
            </a:extLst>
          </p:cNvPr>
          <p:cNvSpPr txBox="1"/>
          <p:nvPr/>
        </p:nvSpPr>
        <p:spPr>
          <a:xfrm>
            <a:off x="1630589" y="2511914"/>
            <a:ext cx="11858172" cy="2062103"/>
          </a:xfrm>
          <a:prstGeom prst="rect">
            <a:avLst/>
          </a:prstGeom>
          <a:solidFill>
            <a:schemeClr val="accent2">
              <a:lumMod val="20000"/>
              <a:lumOff val="80000"/>
            </a:schemeClr>
          </a:solidFill>
        </p:spPr>
        <p:txBody>
          <a:bodyPr wrap="square" rtlCol="0">
            <a:spAutoFit/>
          </a:bodyPr>
          <a:lstStyle/>
          <a:p>
            <a:pPr marL="285750" indent="-285750">
              <a:buFont typeface="Arial" panose="020B0604020202020204" pitchFamily="34" charset="0"/>
              <a:buChar char="•"/>
            </a:pPr>
            <a:r>
              <a:rPr lang="en-US" sz="3200" dirty="0">
                <a:effectLst/>
                <a:latin typeface="Maiandra GD" panose="020E0502030308020204" pitchFamily="34" charset="0"/>
                <a:ea typeface="Calibri" panose="020F0502020204030204" pitchFamily="34" charset="0"/>
                <a:cs typeface="Times New Roman" panose="02020603050405020304" pitchFamily="18" charset="0"/>
              </a:rPr>
              <a:t>The problem that was intended to be solved by this project was the increasing number of potholes in almost all roads in the world. These are</a:t>
            </a:r>
            <a:r>
              <a:rPr lang="en-US" sz="3200" dirty="0">
                <a:latin typeface="Maiandra GD" panose="020E0502030308020204" pitchFamily="34" charset="0"/>
                <a:ea typeface="Calibri" panose="020F0502020204030204" pitchFamily="34" charset="0"/>
                <a:cs typeface="Times New Roman" panose="02020603050405020304" pitchFamily="18" charset="0"/>
              </a:rPr>
              <a:t> mostly</a:t>
            </a:r>
            <a:r>
              <a:rPr lang="en-US" sz="3200" dirty="0">
                <a:effectLst/>
                <a:latin typeface="Maiandra GD" panose="020E0502030308020204" pitchFamily="34" charset="0"/>
                <a:ea typeface="Calibri" panose="020F0502020204030204" pitchFamily="34" charset="0"/>
                <a:cs typeface="Times New Roman" panose="02020603050405020304" pitchFamily="18" charset="0"/>
              </a:rPr>
              <a:t> caused by lack of proper municipal management, which makes them severe and deadly.</a:t>
            </a:r>
            <a:endParaRPr lang="en-IN" sz="3200" dirty="0">
              <a:latin typeface="Maiandra GD" panose="020E0502030308020204" pitchFamily="34" charset="0"/>
            </a:endParaRPr>
          </a:p>
        </p:txBody>
      </p:sp>
      <p:sp>
        <p:nvSpPr>
          <p:cNvPr id="10" name="TextBox 9">
            <a:extLst>
              <a:ext uri="{FF2B5EF4-FFF2-40B4-BE49-F238E27FC236}">
                <a16:creationId xmlns:a16="http://schemas.microsoft.com/office/drawing/2014/main" id="{61B10B60-E29D-98F0-2BF2-5ED03D5A6B02}"/>
              </a:ext>
            </a:extLst>
          </p:cNvPr>
          <p:cNvSpPr txBox="1"/>
          <p:nvPr/>
        </p:nvSpPr>
        <p:spPr>
          <a:xfrm>
            <a:off x="1630589" y="4958483"/>
            <a:ext cx="11858172" cy="2062103"/>
          </a:xfrm>
          <a:prstGeom prst="rect">
            <a:avLst/>
          </a:prstGeom>
          <a:solidFill>
            <a:schemeClr val="accent2">
              <a:lumMod val="20000"/>
              <a:lumOff val="80000"/>
            </a:schemeClr>
          </a:solidFill>
        </p:spPr>
        <p:txBody>
          <a:bodyPr wrap="square" rtlCol="0">
            <a:spAutoFit/>
          </a:bodyPr>
          <a:lstStyle/>
          <a:p>
            <a:pPr marL="285750" indent="-285750">
              <a:buFont typeface="Arial" panose="020B0604020202020204" pitchFamily="34" charset="0"/>
              <a:buChar char="•"/>
            </a:pPr>
            <a:r>
              <a:rPr lang="en-US" sz="3200" dirty="0">
                <a:latin typeface="Maiandra GD" panose="020E0502030308020204" pitchFamily="34" charset="0"/>
                <a:ea typeface="Calibri" panose="020F0502020204030204" pitchFamily="34" charset="0"/>
                <a:cs typeface="Times New Roman" panose="02020603050405020304" pitchFamily="18" charset="0"/>
              </a:rPr>
              <a:t>The model has an electronic system to detect the depth of any pothole encountered, and will dispense an equal volume of cement, freshly mixed then and there. The ARRV will stay there until the cement is dry and then move on.</a:t>
            </a:r>
            <a:endParaRPr lang="en-IN" sz="3200" dirty="0">
              <a:latin typeface="Maiandra GD" panose="020E050203030802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2C652F51-AA2D-C4FF-F023-80D39D482838}"/>
              </a:ext>
            </a:extLst>
          </p:cNvPr>
          <p:cNvSpPr txBox="1"/>
          <p:nvPr/>
        </p:nvSpPr>
        <p:spPr>
          <a:xfrm>
            <a:off x="1630589" y="7364386"/>
            <a:ext cx="11858172" cy="2554545"/>
          </a:xfrm>
          <a:prstGeom prst="rect">
            <a:avLst/>
          </a:prstGeom>
          <a:solidFill>
            <a:schemeClr val="accent2">
              <a:lumMod val="20000"/>
              <a:lumOff val="80000"/>
            </a:schemeClr>
          </a:solidFill>
        </p:spPr>
        <p:txBody>
          <a:bodyPr wrap="square" rtlCol="0">
            <a:spAutoFit/>
          </a:bodyPr>
          <a:lstStyle/>
          <a:p>
            <a:pPr marL="285750" indent="-285750">
              <a:buFont typeface="Arial" panose="020B0604020202020204" pitchFamily="34" charset="0"/>
              <a:buChar char="•"/>
            </a:pPr>
            <a:r>
              <a:rPr lang="en-US" sz="3200" dirty="0">
                <a:latin typeface="Maiandra GD" panose="020E0502030308020204" pitchFamily="34" charset="0"/>
                <a:ea typeface="Calibri" panose="020F0502020204030204" pitchFamily="34" charset="0"/>
                <a:cs typeface="Times New Roman" panose="02020603050405020304" pitchFamily="18" charset="0"/>
              </a:rPr>
              <a:t>The vehicle requires no assistance, other than a quick stop for recharging of batteries and refill of concrete powder/water. This technology will successfully lessen the number of potholes on the road and keep them safe along with preventing road accidents.</a:t>
            </a:r>
            <a:endParaRPr lang="en-IN" sz="3200" dirty="0">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89296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6E11377-B578-E2F8-15D1-A49F039F95F0}"/>
              </a:ext>
            </a:extLst>
          </p:cNvPr>
          <p:cNvSpPr txBox="1"/>
          <p:nvPr/>
        </p:nvSpPr>
        <p:spPr>
          <a:xfrm>
            <a:off x="3404753" y="1742440"/>
            <a:ext cx="8592457" cy="1107996"/>
          </a:xfrm>
          <a:prstGeom prst="rect">
            <a:avLst/>
          </a:prstGeom>
          <a:solidFill>
            <a:schemeClr val="accent6">
              <a:lumMod val="50000"/>
            </a:schemeClr>
          </a:solidFill>
        </p:spPr>
        <p:txBody>
          <a:bodyPr wrap="square" rtlCol="0">
            <a:spAutoFit/>
          </a:bodyPr>
          <a:lstStyle>
            <a:defPPr>
              <a:defRPr lang="en-US"/>
            </a:defPPr>
            <a:lvl1pPr algn="ctr">
              <a:defRPr sz="6600">
                <a:solidFill>
                  <a:schemeClr val="bg1"/>
                </a:solidFill>
                <a:latin typeface="Britannic Bold" panose="020B0903060703020204" pitchFamily="34" charset="0"/>
              </a:defRPr>
            </a:lvl1pPr>
          </a:lstStyle>
          <a:p>
            <a:r>
              <a:rPr lang="en-US" dirty="0"/>
              <a:t>PROBLEM STATEMENT</a:t>
            </a:r>
            <a:endParaRPr lang="en-IN" dirty="0"/>
          </a:p>
        </p:txBody>
      </p:sp>
      <p:sp>
        <p:nvSpPr>
          <p:cNvPr id="3" name="TextBox 2">
            <a:extLst>
              <a:ext uri="{FF2B5EF4-FFF2-40B4-BE49-F238E27FC236}">
                <a16:creationId xmlns:a16="http://schemas.microsoft.com/office/drawing/2014/main" id="{456BDA8E-8586-72F8-A34A-339F170B171F}"/>
              </a:ext>
            </a:extLst>
          </p:cNvPr>
          <p:cNvSpPr txBox="1"/>
          <p:nvPr/>
        </p:nvSpPr>
        <p:spPr>
          <a:xfrm>
            <a:off x="1779152" y="3287455"/>
            <a:ext cx="11967327" cy="1077218"/>
          </a:xfrm>
          <a:prstGeom prst="rect">
            <a:avLst/>
          </a:prstGeom>
          <a:noFill/>
        </p:spPr>
        <p:txBody>
          <a:bodyPr wrap="square" rtlCol="0">
            <a:spAutoFit/>
          </a:bodyPr>
          <a:lstStyle/>
          <a:p>
            <a:pPr algn="ctr"/>
            <a:r>
              <a:rPr lang="en-US" sz="3200" dirty="0">
                <a:latin typeface="Maiandra GD" panose="020E0502030308020204" pitchFamily="34" charset="0"/>
                <a:ea typeface="Calibri" panose="020F0502020204030204" pitchFamily="34" charset="0"/>
                <a:cs typeface="Times New Roman" panose="02020603050405020304" pitchFamily="18" charset="0"/>
              </a:rPr>
              <a:t>A lot of small potholes are scattered across the roads of the world. It is a cause for many accidents and deaths, especially in India.</a:t>
            </a:r>
            <a:endParaRPr lang="en-IN" sz="3200" dirty="0">
              <a:latin typeface="Maiandra GD" panose="020E050203030802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2D5F0348-D0E3-42FC-E47A-52B8D1C22AD8}"/>
              </a:ext>
            </a:extLst>
          </p:cNvPr>
          <p:cNvSpPr txBox="1"/>
          <p:nvPr/>
        </p:nvSpPr>
        <p:spPr>
          <a:xfrm>
            <a:off x="4579163" y="6340242"/>
            <a:ext cx="5747657" cy="1107996"/>
          </a:xfrm>
          <a:prstGeom prst="rect">
            <a:avLst/>
          </a:prstGeom>
          <a:solidFill>
            <a:srgbClr val="00B0F0"/>
          </a:solidFill>
        </p:spPr>
        <p:txBody>
          <a:bodyPr wrap="square" rtlCol="0">
            <a:spAutoFit/>
          </a:bodyPr>
          <a:lstStyle/>
          <a:p>
            <a:pPr algn="ctr"/>
            <a:r>
              <a:rPr lang="en-US" sz="6600" dirty="0">
                <a:solidFill>
                  <a:schemeClr val="bg1"/>
                </a:solidFill>
                <a:latin typeface="Britannic Bold" panose="020B0903060703020204" pitchFamily="34" charset="0"/>
              </a:rPr>
              <a:t>HYPOTHESIS</a:t>
            </a:r>
            <a:endParaRPr lang="en-IN" sz="6600" dirty="0">
              <a:solidFill>
                <a:schemeClr val="bg1"/>
              </a:solidFill>
              <a:latin typeface="Britannic Bold" panose="020B0903060703020204" pitchFamily="34" charset="0"/>
            </a:endParaRPr>
          </a:p>
        </p:txBody>
      </p:sp>
      <p:sp>
        <p:nvSpPr>
          <p:cNvPr id="5" name="TextBox 4">
            <a:extLst>
              <a:ext uri="{FF2B5EF4-FFF2-40B4-BE49-F238E27FC236}">
                <a16:creationId xmlns:a16="http://schemas.microsoft.com/office/drawing/2014/main" id="{23FC084F-FDC3-AED3-6830-731B5237BA05}"/>
              </a:ext>
            </a:extLst>
          </p:cNvPr>
          <p:cNvSpPr txBox="1"/>
          <p:nvPr/>
        </p:nvSpPr>
        <p:spPr>
          <a:xfrm>
            <a:off x="1779153" y="7997062"/>
            <a:ext cx="11347676" cy="1077218"/>
          </a:xfrm>
          <a:prstGeom prst="rect">
            <a:avLst/>
          </a:prstGeom>
          <a:noFill/>
        </p:spPr>
        <p:txBody>
          <a:bodyPr wrap="square" rtlCol="0">
            <a:spAutoFit/>
          </a:bodyPr>
          <a:lstStyle/>
          <a:p>
            <a:pPr algn="ctr"/>
            <a:r>
              <a:rPr lang="en-US" sz="3200" dirty="0">
                <a:latin typeface="Maiandra GD" panose="020E0502030308020204" pitchFamily="34" charset="0"/>
                <a:ea typeface="Calibri" panose="020F0502020204030204" pitchFamily="34" charset="0"/>
                <a:cs typeface="Times New Roman" panose="02020603050405020304" pitchFamily="18" charset="0"/>
              </a:rPr>
              <a:t>The ARRV would detect and fill potholes on the road without external aid.</a:t>
            </a:r>
            <a:endParaRPr lang="en-IN" sz="3200" dirty="0">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356748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E3105A6-38D9-C248-3837-A5CCB849A203}"/>
              </a:ext>
            </a:extLst>
          </p:cNvPr>
          <p:cNvSpPr txBox="1"/>
          <p:nvPr/>
        </p:nvSpPr>
        <p:spPr>
          <a:xfrm>
            <a:off x="716915" y="2059510"/>
            <a:ext cx="13350240" cy="7902100"/>
          </a:xfrm>
          <a:prstGeom prst="rect">
            <a:avLst/>
          </a:prstGeom>
          <a:noFill/>
        </p:spPr>
        <p:txBody>
          <a:bodyPr wrap="square" rtlCol="0">
            <a:spAutoFit/>
          </a:bodyPr>
          <a:lstStyle/>
          <a:p>
            <a:pPr marL="457200" indent="-457200" algn="just">
              <a:lnSpc>
                <a:spcPct val="12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main reason for pothole formation, regardless of climatic conditions and other factors, is the negligence of local municipalities which causes small cracks in the asphalt to enlarge and worsen over time.</a:t>
            </a:r>
          </a:p>
          <a:p>
            <a:pPr marL="457200" indent="-457200" algn="just">
              <a:lnSpc>
                <a:spcPct val="12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India is ranked worst in terms of road deaths.</a:t>
            </a:r>
            <a:r>
              <a:rPr lang="en-IN" sz="3200" spc="-150" dirty="0">
                <a:latin typeface="Maiandra GD" panose="020E0502030308020204" pitchFamily="34" charset="0"/>
                <a:ea typeface="Calibri" panose="020F0502020204030204" pitchFamily="34" charset="0"/>
                <a:cs typeface="Times New Roman" panose="02020603050405020304" pitchFamily="18" charset="0"/>
              </a:rPr>
              <a:t> Deaths caused by potholes in 2016-20 were estimated to be 2,300.</a:t>
            </a:r>
          </a:p>
          <a:p>
            <a:pPr marL="457200" indent="-457200" algn="just">
              <a:lnSpc>
                <a:spcPct val="120000"/>
              </a:lnSpc>
              <a:spcAft>
                <a:spcPts val="1200"/>
              </a:spcAft>
              <a:buFont typeface="Arial" panose="020B0604020202020204" pitchFamily="34" charset="0"/>
              <a:buChar char="•"/>
            </a:pPr>
            <a:r>
              <a:rPr lang="en-IN" sz="3200" spc="-150" dirty="0">
                <a:latin typeface="Maiandra GD" panose="020E0502030308020204" pitchFamily="34" charset="0"/>
                <a:ea typeface="Calibri" panose="020F0502020204030204" pitchFamily="34" charset="0"/>
                <a:cs typeface="Times New Roman" panose="02020603050405020304" pitchFamily="18" charset="0"/>
              </a:rPr>
              <a:t>Maintenance cost of a pothole of dimensions 1</a:t>
            </a:r>
            <a:r>
              <a:rPr lang="en-US" sz="3200" spc="-150" dirty="0">
                <a:latin typeface="Maiandra GD" panose="020E0502030308020204" pitchFamily="34" charset="0"/>
                <a:ea typeface="Calibri" panose="020F0502020204030204" pitchFamily="34" charset="0"/>
                <a:cs typeface="Times New Roman" panose="02020603050405020304" pitchFamily="18" charset="0"/>
              </a:rPr>
              <a:t>m</a:t>
            </a:r>
            <a:r>
              <a:rPr lang="en-US" sz="3200" spc="-150" baseline="30000" dirty="0">
                <a:latin typeface="Maiandra GD" panose="020E0502030308020204" pitchFamily="34" charset="0"/>
                <a:ea typeface="Calibri" panose="020F0502020204030204" pitchFamily="34" charset="0"/>
                <a:cs typeface="Times New Roman" panose="02020603050405020304" pitchFamily="18" charset="0"/>
              </a:rPr>
              <a:t>2</a:t>
            </a:r>
            <a:r>
              <a:rPr lang="en-US" sz="3200" spc="-150" dirty="0">
                <a:latin typeface="Maiandra GD" panose="020E0502030308020204" pitchFamily="34" charset="0"/>
                <a:ea typeface="Calibri" panose="020F0502020204030204" pitchFamily="34" charset="0"/>
                <a:cs typeface="Times New Roman" panose="02020603050405020304" pitchFamily="18" charset="0"/>
              </a:rPr>
              <a:t> with 5cm depth is only ₹2500 in India (50$ in the US). Damaged roads can cost around</a:t>
            </a:r>
            <a:r>
              <a:rPr lang="en-IN" sz="3200" spc="-150" dirty="0">
                <a:latin typeface="Maiandra GD" panose="020E0502030308020204" pitchFamily="34" charset="0"/>
                <a:ea typeface="Calibri" panose="020F0502020204030204" pitchFamily="34" charset="0"/>
                <a:cs typeface="Times New Roman" panose="02020603050405020304" pitchFamily="18" charset="0"/>
              </a:rPr>
              <a:t> ₹50,000 /km. </a:t>
            </a:r>
          </a:p>
          <a:p>
            <a:pPr marL="457200" indent="-457200" algn="just">
              <a:lnSpc>
                <a:spcPct val="120000"/>
              </a:lnSpc>
              <a:spcAft>
                <a:spcPts val="1200"/>
              </a:spcAft>
              <a:buFont typeface="Arial" panose="020B0604020202020204" pitchFamily="34" charset="0"/>
              <a:buChar char="•"/>
            </a:pPr>
            <a:r>
              <a:rPr lang="en-IN" sz="3200" spc="-150" dirty="0">
                <a:latin typeface="Maiandra GD" panose="020E0502030308020204" pitchFamily="34" charset="0"/>
                <a:ea typeface="Calibri" panose="020F0502020204030204" pitchFamily="34" charset="0"/>
                <a:cs typeface="Times New Roman" panose="02020603050405020304" pitchFamily="18" charset="0"/>
              </a:rPr>
              <a:t>A lot of machinery, labour and time is required for maintenance, creating traffic congestion.</a:t>
            </a:r>
          </a:p>
          <a:p>
            <a:pPr marL="457200" indent="-457200" algn="just">
              <a:lnSpc>
                <a:spcPct val="12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Deep potholes can inflict damage equivalent to that of a 35-mph accident</a:t>
            </a:r>
          </a:p>
          <a:p>
            <a:pPr marL="457200" indent="-457200" algn="just">
              <a:lnSpc>
                <a:spcPct val="12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Damage to vehicles because of potholes cost around $1,000 during the lifetime of a vehicle</a:t>
            </a:r>
            <a:endParaRPr lang="en-IN" sz="3200" spc="-150" dirty="0">
              <a:latin typeface="Maiandra GD" panose="020E050203030802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A5D6F41F-7605-B632-CF05-6FFC54A906DE}"/>
              </a:ext>
            </a:extLst>
          </p:cNvPr>
          <p:cNvSpPr txBox="1"/>
          <p:nvPr/>
        </p:nvSpPr>
        <p:spPr>
          <a:xfrm>
            <a:off x="2423383" y="730203"/>
            <a:ext cx="10851699" cy="1107996"/>
          </a:xfrm>
          <a:prstGeom prst="rect">
            <a:avLst/>
          </a:prstGeom>
          <a:solidFill>
            <a:srgbClr val="C00000"/>
          </a:solidFill>
        </p:spPr>
        <p:txBody>
          <a:bodyPr wrap="square" rtlCol="0">
            <a:spAutoFit/>
          </a:bodyPr>
          <a:lstStyle/>
          <a:p>
            <a:pPr algn="ctr"/>
            <a:r>
              <a:rPr lang="en-US" sz="6600" dirty="0">
                <a:solidFill>
                  <a:schemeClr val="bg1"/>
                </a:solidFill>
                <a:latin typeface="Britannic Bold" panose="020B0903060703020204" pitchFamily="34" charset="0"/>
              </a:rPr>
              <a:t>BACKGROUND RESEARCH</a:t>
            </a:r>
            <a:endParaRPr lang="en-IN" sz="6600" dirty="0">
              <a:solidFill>
                <a:schemeClr val="bg1"/>
              </a:solidFill>
              <a:latin typeface="Britannic Bold" panose="020B0903060703020204" pitchFamily="34" charset="0"/>
            </a:endParaRPr>
          </a:p>
        </p:txBody>
      </p:sp>
    </p:spTree>
    <p:extLst>
      <p:ext uri="{BB962C8B-B14F-4D97-AF65-F5344CB8AC3E}">
        <p14:creationId xmlns:p14="http://schemas.microsoft.com/office/powerpoint/2010/main" val="2208507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5C0932-C045-C77B-8A9F-8FFE1F2E9126}"/>
              </a:ext>
            </a:extLst>
          </p:cNvPr>
          <p:cNvSpPr txBox="1"/>
          <p:nvPr/>
        </p:nvSpPr>
        <p:spPr>
          <a:xfrm>
            <a:off x="895078" y="350133"/>
            <a:ext cx="13329194" cy="2800767"/>
          </a:xfrm>
          <a:prstGeom prst="rect">
            <a:avLst/>
          </a:prstGeom>
          <a:noFill/>
        </p:spPr>
        <p:txBody>
          <a:bodyPr wrap="square" rtlCol="0">
            <a:spAutoFit/>
          </a:bodyPr>
          <a:lstStyle/>
          <a:p>
            <a:pPr algn="ctr"/>
            <a:r>
              <a:rPr lang="en-US" sz="8800" b="1" spc="-150" dirty="0">
                <a:solidFill>
                  <a:schemeClr val="accent6"/>
                </a:solidFill>
                <a:latin typeface="Berlin Sans FB Demi" panose="020E0802020502020306" pitchFamily="34" charset="0"/>
              </a:rPr>
              <a:t>Automated Road Repair Vehicle</a:t>
            </a:r>
            <a:endParaRPr lang="en-IN" sz="8800" b="1" spc="-150" dirty="0">
              <a:solidFill>
                <a:schemeClr val="accent6"/>
              </a:solidFill>
              <a:latin typeface="Berlin Sans FB Demi" panose="020E0802020502020306" pitchFamily="34" charset="0"/>
            </a:endParaRPr>
          </a:p>
        </p:txBody>
      </p:sp>
      <p:sp>
        <p:nvSpPr>
          <p:cNvPr id="3" name="TextBox 2">
            <a:extLst>
              <a:ext uri="{FF2B5EF4-FFF2-40B4-BE49-F238E27FC236}">
                <a16:creationId xmlns:a16="http://schemas.microsoft.com/office/drawing/2014/main" id="{4BFCA4A3-D53B-21E2-8316-2F69038F4247}"/>
              </a:ext>
            </a:extLst>
          </p:cNvPr>
          <p:cNvSpPr txBox="1"/>
          <p:nvPr/>
        </p:nvSpPr>
        <p:spPr>
          <a:xfrm>
            <a:off x="5135789" y="3450089"/>
            <a:ext cx="4847772" cy="1107996"/>
          </a:xfrm>
          <a:prstGeom prst="rect">
            <a:avLst/>
          </a:prstGeom>
          <a:solidFill>
            <a:schemeClr val="accent1">
              <a:lumMod val="75000"/>
            </a:schemeClr>
          </a:solidFill>
        </p:spPr>
        <p:txBody>
          <a:bodyPr wrap="square" rtlCol="0">
            <a:spAutoFit/>
          </a:bodyPr>
          <a:lstStyle/>
          <a:p>
            <a:pPr algn="ctr"/>
            <a:r>
              <a:rPr lang="en-US" sz="6600" dirty="0">
                <a:solidFill>
                  <a:schemeClr val="bg1"/>
                </a:solidFill>
                <a:latin typeface="Britannic Bold" panose="020B0903060703020204" pitchFamily="34" charset="0"/>
              </a:rPr>
              <a:t>MATERIALS</a:t>
            </a:r>
            <a:endParaRPr lang="en-IN" sz="6600" dirty="0">
              <a:solidFill>
                <a:schemeClr val="bg1"/>
              </a:solidFill>
              <a:latin typeface="Britannic Bold" panose="020B0903060703020204" pitchFamily="34" charset="0"/>
            </a:endParaRPr>
          </a:p>
        </p:txBody>
      </p:sp>
      <p:sp>
        <p:nvSpPr>
          <p:cNvPr id="4" name="TextBox 3">
            <a:extLst>
              <a:ext uri="{FF2B5EF4-FFF2-40B4-BE49-F238E27FC236}">
                <a16:creationId xmlns:a16="http://schemas.microsoft.com/office/drawing/2014/main" id="{37FE4381-9BEE-BC0B-F422-FAF22EDB3F74}"/>
              </a:ext>
            </a:extLst>
          </p:cNvPr>
          <p:cNvSpPr txBox="1"/>
          <p:nvPr/>
        </p:nvSpPr>
        <p:spPr>
          <a:xfrm>
            <a:off x="1289594" y="4857274"/>
            <a:ext cx="10232572" cy="5509200"/>
          </a:xfrm>
          <a:prstGeom prst="rect">
            <a:avLst/>
          </a:prstGeom>
          <a:noFill/>
        </p:spPr>
        <p:txBody>
          <a:bodyPr wrap="square" rtlCol="0">
            <a:spAutoFit/>
          </a:bodyPr>
          <a:lstStyle/>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MDF Board (Structure and Chassis)</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Wheels</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Water Tank (2)</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Arduino UNO</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DC Motor Single-Sided (4), Servo Motor</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5V Relay</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Ultrasonic Sensor</a:t>
            </a:r>
          </a:p>
          <a:p>
            <a:pPr marL="457200" indent="-457200">
              <a:buFont typeface="Arial" panose="020B0604020202020204" pitchFamily="34" charset="0"/>
              <a:buChar char="•"/>
            </a:pPr>
            <a:r>
              <a:rPr lang="en-IN" sz="3200" spc="-150" dirty="0">
                <a:latin typeface="Maiandra GD" panose="020E0502030308020204" pitchFamily="34" charset="0"/>
                <a:ea typeface="Calibri" panose="020F0502020204030204" pitchFamily="34" charset="0"/>
                <a:cs typeface="Times New Roman" panose="02020603050405020304" pitchFamily="18" charset="0"/>
              </a:rPr>
              <a:t>L293D Motor Driver</a:t>
            </a:r>
          </a:p>
          <a:p>
            <a:pPr marL="457200" indent="-457200">
              <a:buFont typeface="Arial" panose="020B0604020202020204" pitchFamily="34" charset="0"/>
              <a:buChar char="•"/>
            </a:pPr>
            <a:r>
              <a:rPr lang="en-IN" sz="3200" spc="-150" dirty="0">
                <a:latin typeface="Maiandra GD" panose="020E0502030308020204" pitchFamily="34" charset="0"/>
                <a:ea typeface="Calibri" panose="020F0502020204030204" pitchFamily="34" charset="0"/>
                <a:cs typeface="Times New Roman" panose="02020603050405020304" pitchFamily="18" charset="0"/>
              </a:rPr>
              <a:t>3.7V Li-Ion Batteries (2)</a:t>
            </a:r>
            <a:endParaRPr lang="en-US" sz="3200" spc="-150" dirty="0">
              <a:latin typeface="Maiandra GD" panose="020E0502030308020204" pitchFamily="34" charset="0"/>
              <a:ea typeface="Calibri" panose="020F0502020204030204" pitchFamily="34" charset="0"/>
              <a:cs typeface="Times New Roman" panose="02020603050405020304" pitchFamily="18" charset="0"/>
            </a:endParaRP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Water/Concrete Powder</a:t>
            </a:r>
          </a:p>
          <a:p>
            <a:pPr marL="457200" indent="-457200">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Road Prop</a:t>
            </a:r>
            <a:endParaRPr lang="en-IN" sz="3200" spc="-150" dirty="0">
              <a:latin typeface="Maiandra GD" panose="020E0502030308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69438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FC946D8C-2236-8DCC-A183-414E54D184D0}"/>
              </a:ext>
            </a:extLst>
          </p:cNvPr>
          <p:cNvGrpSpPr/>
          <p:nvPr/>
        </p:nvGrpSpPr>
        <p:grpSpPr>
          <a:xfrm>
            <a:off x="674558" y="1343532"/>
            <a:ext cx="14135724" cy="8004747"/>
            <a:chOff x="674558" y="1343532"/>
            <a:chExt cx="14135724" cy="8004747"/>
          </a:xfrm>
        </p:grpSpPr>
        <p:pic>
          <p:nvPicPr>
            <p:cNvPr id="3" name="Picture 2">
              <a:extLst>
                <a:ext uri="{FF2B5EF4-FFF2-40B4-BE49-F238E27FC236}">
                  <a16:creationId xmlns:a16="http://schemas.microsoft.com/office/drawing/2014/main" id="{8A9D8090-1E38-AD32-4DDD-44B4BE8D2776}"/>
                </a:ext>
              </a:extLst>
            </p:cNvPr>
            <p:cNvPicPr>
              <a:picLocks noChangeAspect="1"/>
            </p:cNvPicPr>
            <p:nvPr/>
          </p:nvPicPr>
          <p:blipFill>
            <a:blip r:embed="rId2">
              <a:extLst>
                <a:ext uri="{28A0092B-C50C-407E-A947-70E740481C1C}">
                  <a14:useLocalDpi xmlns:a14="http://schemas.microsoft.com/office/drawing/2010/main" val="0"/>
                </a:ext>
              </a:extLst>
            </a:blip>
            <a:srcRect l="1201" t="1629" r="2796" b="1856"/>
            <a:stretch>
              <a:fillRect/>
            </a:stretch>
          </p:blipFill>
          <p:spPr>
            <a:xfrm>
              <a:off x="674558" y="1343532"/>
              <a:ext cx="14135724" cy="8004747"/>
            </a:xfrm>
            <a:prstGeom prst="rect">
              <a:avLst/>
            </a:prstGeom>
          </p:spPr>
        </p:pic>
        <p:sp>
          <p:nvSpPr>
            <p:cNvPr id="7" name="TextBox 6">
              <a:extLst>
                <a:ext uri="{FF2B5EF4-FFF2-40B4-BE49-F238E27FC236}">
                  <a16:creationId xmlns:a16="http://schemas.microsoft.com/office/drawing/2014/main" id="{501F790E-8217-7711-CFEF-8BAF6D16F18D}"/>
                </a:ext>
              </a:extLst>
            </p:cNvPr>
            <p:cNvSpPr txBox="1"/>
            <p:nvPr/>
          </p:nvSpPr>
          <p:spPr>
            <a:xfrm>
              <a:off x="3588562" y="5355313"/>
              <a:ext cx="1702965" cy="369332"/>
            </a:xfrm>
            <a:prstGeom prst="rect">
              <a:avLst/>
            </a:prstGeom>
            <a:noFill/>
          </p:spPr>
          <p:txBody>
            <a:bodyPr wrap="square" rtlCol="0">
              <a:spAutoFit/>
            </a:bodyPr>
            <a:lstStyle/>
            <a:p>
              <a:pPr algn="ctr"/>
              <a:r>
                <a:rPr lang="en-US" dirty="0"/>
                <a:t>Mixing Tank</a:t>
              </a:r>
              <a:endParaRPr lang="en-IN" dirty="0"/>
            </a:p>
          </p:txBody>
        </p:sp>
        <p:sp>
          <p:nvSpPr>
            <p:cNvPr id="8" name="TextBox 7">
              <a:extLst>
                <a:ext uri="{FF2B5EF4-FFF2-40B4-BE49-F238E27FC236}">
                  <a16:creationId xmlns:a16="http://schemas.microsoft.com/office/drawing/2014/main" id="{5173B5AA-D2A7-BC30-C405-5D1F1B07A227}"/>
                </a:ext>
              </a:extLst>
            </p:cNvPr>
            <p:cNvSpPr txBox="1"/>
            <p:nvPr/>
          </p:nvSpPr>
          <p:spPr>
            <a:xfrm>
              <a:off x="1418217" y="5178928"/>
              <a:ext cx="1702965" cy="646331"/>
            </a:xfrm>
            <a:prstGeom prst="rect">
              <a:avLst/>
            </a:prstGeom>
            <a:noFill/>
          </p:spPr>
          <p:txBody>
            <a:bodyPr wrap="square" rtlCol="0">
              <a:spAutoFit/>
            </a:bodyPr>
            <a:lstStyle/>
            <a:p>
              <a:pPr algn="ctr"/>
              <a:r>
                <a:rPr lang="en-US" dirty="0"/>
                <a:t>Tank</a:t>
              </a:r>
            </a:p>
            <a:p>
              <a:pPr algn="ctr"/>
              <a:r>
                <a:rPr lang="en-US" dirty="0"/>
                <a:t>Cleaner</a:t>
              </a:r>
              <a:endParaRPr lang="en-IN" dirty="0"/>
            </a:p>
          </p:txBody>
        </p:sp>
        <p:sp>
          <p:nvSpPr>
            <p:cNvPr id="9" name="TextBox 8">
              <a:extLst>
                <a:ext uri="{FF2B5EF4-FFF2-40B4-BE49-F238E27FC236}">
                  <a16:creationId xmlns:a16="http://schemas.microsoft.com/office/drawing/2014/main" id="{D7EE3F39-5BEF-EEFA-CE47-37A7C5EDE665}"/>
                </a:ext>
              </a:extLst>
            </p:cNvPr>
            <p:cNvSpPr txBox="1"/>
            <p:nvPr/>
          </p:nvSpPr>
          <p:spPr>
            <a:xfrm rot="20691323">
              <a:off x="2980360" y="2501162"/>
              <a:ext cx="1702965" cy="646331"/>
            </a:xfrm>
            <a:prstGeom prst="rect">
              <a:avLst/>
            </a:prstGeom>
            <a:noFill/>
          </p:spPr>
          <p:txBody>
            <a:bodyPr wrap="square" rtlCol="0">
              <a:spAutoFit/>
            </a:bodyPr>
            <a:lstStyle/>
            <a:p>
              <a:pPr algn="ctr"/>
              <a:r>
                <a:rPr lang="en-US" dirty="0"/>
                <a:t>Water/Concrete Tanks</a:t>
              </a:r>
              <a:endParaRPr lang="en-IN" dirty="0"/>
            </a:p>
          </p:txBody>
        </p:sp>
        <p:sp>
          <p:nvSpPr>
            <p:cNvPr id="10" name="TextBox 9">
              <a:extLst>
                <a:ext uri="{FF2B5EF4-FFF2-40B4-BE49-F238E27FC236}">
                  <a16:creationId xmlns:a16="http://schemas.microsoft.com/office/drawing/2014/main" id="{D8447A62-66D1-0C0B-3DC8-7692F91C5081}"/>
                </a:ext>
              </a:extLst>
            </p:cNvPr>
            <p:cNvSpPr txBox="1"/>
            <p:nvPr/>
          </p:nvSpPr>
          <p:spPr>
            <a:xfrm>
              <a:off x="3673850" y="3525808"/>
              <a:ext cx="2959917" cy="369332"/>
            </a:xfrm>
            <a:prstGeom prst="rect">
              <a:avLst/>
            </a:prstGeom>
            <a:noFill/>
          </p:spPr>
          <p:txBody>
            <a:bodyPr wrap="square" rtlCol="0">
              <a:spAutoFit/>
            </a:bodyPr>
            <a:lstStyle/>
            <a:p>
              <a:pPr algn="ctr"/>
              <a:r>
                <a:rPr lang="en-US" dirty="0"/>
                <a:t>Servo – </a:t>
              </a:r>
              <a:r>
                <a:rPr lang="en-US"/>
                <a:t>Controlled Valves</a:t>
              </a:r>
              <a:endParaRPr lang="en-IN" dirty="0"/>
            </a:p>
          </p:txBody>
        </p:sp>
        <p:sp>
          <p:nvSpPr>
            <p:cNvPr id="11" name="TextBox 10">
              <a:extLst>
                <a:ext uri="{FF2B5EF4-FFF2-40B4-BE49-F238E27FC236}">
                  <a16:creationId xmlns:a16="http://schemas.microsoft.com/office/drawing/2014/main" id="{4BE16A1F-1162-99F3-088A-9AB63F845CE5}"/>
                </a:ext>
              </a:extLst>
            </p:cNvPr>
            <p:cNvSpPr txBox="1"/>
            <p:nvPr/>
          </p:nvSpPr>
          <p:spPr>
            <a:xfrm>
              <a:off x="5624785" y="5223154"/>
              <a:ext cx="1702965" cy="369332"/>
            </a:xfrm>
            <a:prstGeom prst="rect">
              <a:avLst/>
            </a:prstGeom>
            <a:noFill/>
          </p:spPr>
          <p:txBody>
            <a:bodyPr wrap="square" rtlCol="0">
              <a:spAutoFit/>
            </a:bodyPr>
            <a:lstStyle/>
            <a:p>
              <a:pPr algn="ctr"/>
              <a:r>
                <a:rPr lang="en-US" dirty="0"/>
                <a:t>Pump</a:t>
              </a:r>
              <a:endParaRPr lang="en-IN" dirty="0"/>
            </a:p>
          </p:txBody>
        </p:sp>
        <p:sp>
          <p:nvSpPr>
            <p:cNvPr id="12" name="TextBox 11">
              <a:extLst>
                <a:ext uri="{FF2B5EF4-FFF2-40B4-BE49-F238E27FC236}">
                  <a16:creationId xmlns:a16="http://schemas.microsoft.com/office/drawing/2014/main" id="{B9D81583-C498-BFC8-1A60-9CC5B3C977DA}"/>
                </a:ext>
              </a:extLst>
            </p:cNvPr>
            <p:cNvSpPr txBox="1"/>
            <p:nvPr/>
          </p:nvSpPr>
          <p:spPr>
            <a:xfrm>
              <a:off x="8910168" y="4985981"/>
              <a:ext cx="1702965" cy="646331"/>
            </a:xfrm>
            <a:prstGeom prst="rect">
              <a:avLst/>
            </a:prstGeom>
            <a:noFill/>
          </p:spPr>
          <p:txBody>
            <a:bodyPr wrap="square" rtlCol="0">
              <a:spAutoFit/>
            </a:bodyPr>
            <a:lstStyle/>
            <a:p>
              <a:pPr algn="ctr"/>
              <a:r>
                <a:rPr lang="en-US" dirty="0"/>
                <a:t>Electronic Housing</a:t>
              </a:r>
              <a:endParaRPr lang="en-IN" dirty="0"/>
            </a:p>
          </p:txBody>
        </p:sp>
        <p:sp>
          <p:nvSpPr>
            <p:cNvPr id="13" name="TextBox 12">
              <a:extLst>
                <a:ext uri="{FF2B5EF4-FFF2-40B4-BE49-F238E27FC236}">
                  <a16:creationId xmlns:a16="http://schemas.microsoft.com/office/drawing/2014/main" id="{B5BE0F68-4E61-1650-7806-66CB5E55AB42}"/>
                </a:ext>
              </a:extLst>
            </p:cNvPr>
            <p:cNvSpPr txBox="1"/>
            <p:nvPr/>
          </p:nvSpPr>
          <p:spPr>
            <a:xfrm>
              <a:off x="8801110" y="6533000"/>
              <a:ext cx="1702965" cy="646331"/>
            </a:xfrm>
            <a:prstGeom prst="rect">
              <a:avLst/>
            </a:prstGeom>
            <a:noFill/>
          </p:spPr>
          <p:txBody>
            <a:bodyPr wrap="square" rtlCol="0">
              <a:spAutoFit/>
            </a:bodyPr>
            <a:lstStyle/>
            <a:p>
              <a:pPr algn="ctr"/>
              <a:r>
                <a:rPr lang="en-US" dirty="0"/>
                <a:t>Ultrasonic </a:t>
              </a:r>
            </a:p>
            <a:p>
              <a:pPr algn="ctr"/>
              <a:r>
                <a:rPr lang="en-US" dirty="0"/>
                <a:t>Sensor</a:t>
              </a:r>
              <a:endParaRPr lang="en-IN" dirty="0"/>
            </a:p>
          </p:txBody>
        </p:sp>
      </p:grpSp>
    </p:spTree>
    <p:extLst>
      <p:ext uri="{BB962C8B-B14F-4D97-AF65-F5344CB8AC3E}">
        <p14:creationId xmlns:p14="http://schemas.microsoft.com/office/powerpoint/2010/main" val="3916493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D11415-55E2-3F65-77A4-786354244B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427" y="1479256"/>
            <a:ext cx="13784495" cy="7733299"/>
          </a:xfrm>
          <a:prstGeom prst="rect">
            <a:avLst/>
          </a:prstGeom>
        </p:spPr>
      </p:pic>
    </p:spTree>
    <p:extLst>
      <p:ext uri="{BB962C8B-B14F-4D97-AF65-F5344CB8AC3E}">
        <p14:creationId xmlns:p14="http://schemas.microsoft.com/office/powerpoint/2010/main" val="1017663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C88791-7476-2A13-668D-C0CDBB939919}"/>
              </a:ext>
            </a:extLst>
          </p:cNvPr>
          <p:cNvSpPr txBox="1"/>
          <p:nvPr/>
        </p:nvSpPr>
        <p:spPr>
          <a:xfrm>
            <a:off x="5063215" y="882254"/>
            <a:ext cx="4992915" cy="1107996"/>
          </a:xfrm>
          <a:prstGeom prst="rect">
            <a:avLst/>
          </a:prstGeom>
          <a:solidFill>
            <a:srgbClr val="00B050"/>
          </a:solidFill>
        </p:spPr>
        <p:txBody>
          <a:bodyPr wrap="square" rtlCol="0">
            <a:spAutoFit/>
          </a:bodyPr>
          <a:lstStyle/>
          <a:p>
            <a:pPr algn="ctr"/>
            <a:r>
              <a:rPr lang="en-US" sz="6600" dirty="0">
                <a:solidFill>
                  <a:schemeClr val="bg1"/>
                </a:solidFill>
                <a:latin typeface="Britannic Bold" panose="020B0903060703020204" pitchFamily="34" charset="0"/>
              </a:rPr>
              <a:t>PROCEDURE</a:t>
            </a:r>
            <a:endParaRPr lang="en-IN" sz="6600" dirty="0">
              <a:solidFill>
                <a:schemeClr val="bg1"/>
              </a:solidFill>
              <a:latin typeface="Britannic Bold" panose="020B0903060703020204" pitchFamily="34" charset="0"/>
            </a:endParaRPr>
          </a:p>
        </p:txBody>
      </p:sp>
      <p:sp>
        <p:nvSpPr>
          <p:cNvPr id="3" name="TextBox 2">
            <a:extLst>
              <a:ext uri="{FF2B5EF4-FFF2-40B4-BE49-F238E27FC236}">
                <a16:creationId xmlns:a16="http://schemas.microsoft.com/office/drawing/2014/main" id="{8D752ABB-798F-340B-0CF5-A3EBEDDFB926}"/>
              </a:ext>
            </a:extLst>
          </p:cNvPr>
          <p:cNvSpPr txBox="1"/>
          <p:nvPr/>
        </p:nvSpPr>
        <p:spPr>
          <a:xfrm>
            <a:off x="1155969" y="2404449"/>
            <a:ext cx="12807406" cy="7627729"/>
          </a:xfrm>
          <a:prstGeom prst="rect">
            <a:avLst/>
          </a:prstGeom>
          <a:noFill/>
        </p:spPr>
        <p:txBody>
          <a:bodyPr wrap="square" rtlCol="0">
            <a:spAutoFit/>
          </a:bodyPr>
          <a:lstStyle/>
          <a:p>
            <a:pPr marL="514350" indent="-514350">
              <a:spcAft>
                <a:spcPts val="1000"/>
              </a:spcAft>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ARRV encounters a pothole on the road prop. The sensor detects a drop in depth reading, and signals a stop.</a:t>
            </a:r>
          </a:p>
          <a:p>
            <a:pPr marL="514350" indent="-514350">
              <a:spcAft>
                <a:spcPts val="1000"/>
              </a:spcAft>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signal sets off the servo-controlled valves, which let through an appropriate proportion of concrete and water (depending on the depth detected into the mixing tank and close.</a:t>
            </a:r>
          </a:p>
          <a:p>
            <a:pPr marL="514350" indent="-514350">
              <a:spcAft>
                <a:spcPts val="1000"/>
              </a:spcAft>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rotor inside the mixing tank begins to churn the mixture for a short amount of time after which the pump turns on and begins to pour the mixture.</a:t>
            </a:r>
          </a:p>
          <a:p>
            <a:pPr marL="514350" indent="-514350">
              <a:spcAft>
                <a:spcPts val="1000"/>
              </a:spcAft>
              <a:buFontTx/>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mixture continues to pump until the sensor detects the rising level to be close to the road level.</a:t>
            </a:r>
          </a:p>
          <a:p>
            <a:pPr marL="514350" indent="-514350">
              <a:spcAft>
                <a:spcPts val="1000"/>
              </a:spcAft>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 After almost all of the mixture is poured, the tank cleaner similarly opens via a valve and lets in extra water which is pumped out so that the concrete doesn’t dry inside and prevent the pump and mixer from working.</a:t>
            </a:r>
          </a:p>
          <a:p>
            <a:pPr marL="514350" indent="-514350">
              <a:spcAft>
                <a:spcPts val="1000"/>
              </a:spcAft>
              <a:buAutoNum type="arabicPeriod"/>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ARRV will stay for an amount of time decided by the amount poured.</a:t>
            </a:r>
          </a:p>
        </p:txBody>
      </p:sp>
    </p:spTree>
    <p:extLst>
      <p:ext uri="{BB962C8B-B14F-4D97-AF65-F5344CB8AC3E}">
        <p14:creationId xmlns:p14="http://schemas.microsoft.com/office/powerpoint/2010/main" val="19218554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3C85A80-0D9E-32E9-BE33-3EC869D4948C}"/>
              </a:ext>
            </a:extLst>
          </p:cNvPr>
          <p:cNvSpPr txBox="1"/>
          <p:nvPr/>
        </p:nvSpPr>
        <p:spPr>
          <a:xfrm>
            <a:off x="5534932" y="1434898"/>
            <a:ext cx="4049486" cy="1107996"/>
          </a:xfrm>
          <a:prstGeom prst="rect">
            <a:avLst/>
          </a:prstGeom>
          <a:solidFill>
            <a:srgbClr val="92D050"/>
          </a:solidFill>
        </p:spPr>
        <p:txBody>
          <a:bodyPr wrap="square" rtlCol="0">
            <a:spAutoFit/>
          </a:bodyPr>
          <a:lstStyle/>
          <a:p>
            <a:pPr algn="ctr"/>
            <a:r>
              <a:rPr lang="en-US" sz="6600" dirty="0">
                <a:solidFill>
                  <a:schemeClr val="bg1"/>
                </a:solidFill>
                <a:latin typeface="Britannic Bold" panose="020B0903060703020204" pitchFamily="34" charset="0"/>
              </a:rPr>
              <a:t>RESULTS</a:t>
            </a:r>
            <a:endParaRPr lang="en-IN" sz="6600" dirty="0">
              <a:solidFill>
                <a:schemeClr val="bg1"/>
              </a:solidFill>
              <a:latin typeface="Britannic Bold" panose="020B0903060703020204" pitchFamily="34" charset="0"/>
            </a:endParaRPr>
          </a:p>
        </p:txBody>
      </p:sp>
      <p:sp>
        <p:nvSpPr>
          <p:cNvPr id="6" name="TextBox 5">
            <a:extLst>
              <a:ext uri="{FF2B5EF4-FFF2-40B4-BE49-F238E27FC236}">
                <a16:creationId xmlns:a16="http://schemas.microsoft.com/office/drawing/2014/main" id="{A130D5FD-5368-BB7A-90F9-F8994CA58729}"/>
              </a:ext>
            </a:extLst>
          </p:cNvPr>
          <p:cNvSpPr txBox="1"/>
          <p:nvPr/>
        </p:nvSpPr>
        <p:spPr>
          <a:xfrm>
            <a:off x="1672998" y="3194247"/>
            <a:ext cx="11773354" cy="3266985"/>
          </a:xfrm>
          <a:prstGeom prst="rect">
            <a:avLst/>
          </a:prstGeom>
          <a:noFill/>
        </p:spPr>
        <p:txBody>
          <a:bodyPr wrap="square" rtlCol="0">
            <a:spAutoFit/>
          </a:bodyPr>
          <a:lstStyle/>
          <a:p>
            <a:pPr marL="457200" indent="-457200">
              <a:lnSpc>
                <a:spcPct val="150000"/>
              </a:lnSpc>
              <a:spcAft>
                <a:spcPts val="1200"/>
              </a:spcAft>
              <a:buFont typeface="Arial" panose="020B0604020202020204" pitchFamily="34" charset="0"/>
              <a:buChar char="•"/>
            </a:pPr>
            <a:r>
              <a:rPr lang="en-US" sz="3200" dirty="0">
                <a:latin typeface="Maiandra GD" panose="020E0502030308020204" pitchFamily="34" charset="0"/>
                <a:ea typeface="Calibri" panose="020F0502020204030204" pitchFamily="34" charset="0"/>
                <a:cs typeface="Times New Roman" panose="02020603050405020304" pitchFamily="18" charset="0"/>
              </a:rPr>
              <a:t>During testing, around 250 mL of cement was released and filled into a pothole (4cm deep and with a diameter of 8cm) </a:t>
            </a:r>
          </a:p>
          <a:p>
            <a:pPr marL="457200" indent="-457200">
              <a:lnSpc>
                <a:spcPct val="150000"/>
              </a:lnSpc>
              <a:spcAft>
                <a:spcPts val="1200"/>
              </a:spcAft>
              <a:buFont typeface="Arial" panose="020B0604020202020204" pitchFamily="34" charset="0"/>
              <a:buChar char="•"/>
            </a:pPr>
            <a:r>
              <a:rPr lang="en-US" sz="3200" dirty="0">
                <a:latin typeface="Maiandra GD" panose="020E0502030308020204" pitchFamily="34" charset="0"/>
                <a:ea typeface="Calibri" panose="020F0502020204030204" pitchFamily="34" charset="0"/>
                <a:cs typeface="Times New Roman" panose="02020603050405020304" pitchFamily="18" charset="0"/>
              </a:rPr>
              <a:t>Time taken for setting was 1 hour</a:t>
            </a:r>
          </a:p>
          <a:p>
            <a:pPr marL="457200" indent="-457200">
              <a:lnSpc>
                <a:spcPct val="150000"/>
              </a:lnSpc>
              <a:spcAft>
                <a:spcPts val="1200"/>
              </a:spcAft>
              <a:buFont typeface="Arial" panose="020B0604020202020204" pitchFamily="34" charset="0"/>
              <a:buChar char="•"/>
            </a:pPr>
            <a:endParaRPr lang="en-US" sz="3200" dirty="0">
              <a:latin typeface="Maiandra GD" panose="020E0502030308020204" pitchFamily="34" charset="0"/>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C85DB995-5213-C38D-5540-CD4ABF728B7B}"/>
              </a:ext>
            </a:extLst>
          </p:cNvPr>
          <p:cNvSpPr txBox="1"/>
          <p:nvPr/>
        </p:nvSpPr>
        <p:spPr>
          <a:xfrm>
            <a:off x="3603965" y="9065998"/>
            <a:ext cx="7911420" cy="830997"/>
          </a:xfrm>
          <a:prstGeom prst="rect">
            <a:avLst/>
          </a:prstGeom>
          <a:solidFill>
            <a:schemeClr val="bg1"/>
          </a:solidFill>
        </p:spPr>
        <p:txBody>
          <a:bodyPr wrap="square" rtlCol="0">
            <a:spAutoFit/>
          </a:bodyPr>
          <a:lstStyle/>
          <a:p>
            <a:pPr algn="ctr"/>
            <a:r>
              <a:rPr lang="en-US" sz="4800" dirty="0">
                <a:latin typeface="Britannic Bold" panose="020B0903060703020204" pitchFamily="34" charset="0"/>
              </a:rPr>
              <a:t>Comparative study</a:t>
            </a:r>
            <a:endParaRPr lang="en-IN" sz="4800" dirty="0">
              <a:latin typeface="Britannic Bold" panose="020B0903060703020204" pitchFamily="34" charset="0"/>
            </a:endParaRPr>
          </a:p>
        </p:txBody>
      </p:sp>
      <p:sp>
        <p:nvSpPr>
          <p:cNvPr id="12" name="TextBox 11">
            <a:extLst>
              <a:ext uri="{FF2B5EF4-FFF2-40B4-BE49-F238E27FC236}">
                <a16:creationId xmlns:a16="http://schemas.microsoft.com/office/drawing/2014/main" id="{64C6E630-B8AC-D9FC-CA04-74875A3A68CA}"/>
              </a:ext>
            </a:extLst>
          </p:cNvPr>
          <p:cNvSpPr txBox="1"/>
          <p:nvPr/>
        </p:nvSpPr>
        <p:spPr>
          <a:xfrm>
            <a:off x="4292827" y="7476968"/>
            <a:ext cx="6533696" cy="1107996"/>
          </a:xfrm>
          <a:prstGeom prst="rect">
            <a:avLst/>
          </a:prstGeom>
          <a:solidFill>
            <a:srgbClr val="002060"/>
          </a:solidFill>
        </p:spPr>
        <p:txBody>
          <a:bodyPr wrap="square" rtlCol="0">
            <a:spAutoFit/>
          </a:bodyPr>
          <a:lstStyle/>
          <a:p>
            <a:pPr algn="ctr"/>
            <a:r>
              <a:rPr lang="en-US" sz="6600" dirty="0">
                <a:solidFill>
                  <a:schemeClr val="bg1"/>
                </a:solidFill>
                <a:latin typeface="Britannic Bold" panose="020B0903060703020204" pitchFamily="34" charset="0"/>
              </a:rPr>
              <a:t>CONCLUSION</a:t>
            </a:r>
            <a:endParaRPr lang="en-IN" sz="6600" dirty="0">
              <a:solidFill>
                <a:schemeClr val="bg1"/>
              </a:solidFill>
              <a:latin typeface="Britannic Bold" panose="020B0903060703020204" pitchFamily="34" charset="0"/>
            </a:endParaRPr>
          </a:p>
        </p:txBody>
      </p:sp>
    </p:spTree>
    <p:extLst>
      <p:ext uri="{BB962C8B-B14F-4D97-AF65-F5344CB8AC3E}">
        <p14:creationId xmlns:p14="http://schemas.microsoft.com/office/powerpoint/2010/main" val="46186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9">
            <a:extLst>
              <a:ext uri="{FF2B5EF4-FFF2-40B4-BE49-F238E27FC236}">
                <a16:creationId xmlns:a16="http://schemas.microsoft.com/office/drawing/2014/main" id="{51429B0E-B080-3E31-8241-BA60AE66F075}"/>
              </a:ext>
            </a:extLst>
          </p:cNvPr>
          <p:cNvGraphicFramePr>
            <a:graphicFrameLocks noGrp="1"/>
          </p:cNvGraphicFramePr>
          <p:nvPr>
            <p:extLst>
              <p:ext uri="{D42A27DB-BD31-4B8C-83A1-F6EECF244321}">
                <p14:modId xmlns:p14="http://schemas.microsoft.com/office/powerpoint/2010/main" val="3715428991"/>
              </p:ext>
            </p:extLst>
          </p:nvPr>
        </p:nvGraphicFramePr>
        <p:xfrm>
          <a:off x="922655" y="1585223"/>
          <a:ext cx="13274040" cy="6033671"/>
        </p:xfrm>
        <a:graphic>
          <a:graphicData uri="http://schemas.openxmlformats.org/drawingml/2006/table">
            <a:tbl>
              <a:tblPr firstRow="1" bandRow="1">
                <a:tableStyleId>{5C22544A-7EE6-4342-B048-85BDC9FD1C3A}</a:tableStyleId>
              </a:tblPr>
              <a:tblGrid>
                <a:gridCol w="862788">
                  <a:extLst>
                    <a:ext uri="{9D8B030D-6E8A-4147-A177-3AD203B41FA5}">
                      <a16:colId xmlns:a16="http://schemas.microsoft.com/office/drawing/2014/main" val="1057446168"/>
                    </a:ext>
                  </a:extLst>
                </a:gridCol>
                <a:gridCol w="6306997">
                  <a:extLst>
                    <a:ext uri="{9D8B030D-6E8A-4147-A177-3AD203B41FA5}">
                      <a16:colId xmlns:a16="http://schemas.microsoft.com/office/drawing/2014/main" val="1645013632"/>
                    </a:ext>
                  </a:extLst>
                </a:gridCol>
                <a:gridCol w="6104255">
                  <a:extLst>
                    <a:ext uri="{9D8B030D-6E8A-4147-A177-3AD203B41FA5}">
                      <a16:colId xmlns:a16="http://schemas.microsoft.com/office/drawing/2014/main" val="3998838131"/>
                    </a:ext>
                  </a:extLst>
                </a:gridCol>
              </a:tblGrid>
              <a:tr h="995696">
                <a:tc>
                  <a:txBody>
                    <a:bodyPr/>
                    <a:lstStyle/>
                    <a:p>
                      <a:pPr marL="0" algn="ctr" defTabSz="1425550" rtl="0" eaLnBrk="1" latinLnBrk="0" hangingPunct="1"/>
                      <a:endParaRPr lang="en-IN" sz="2800" b="0" kern="1200" spc="-150" dirty="0">
                        <a:solidFill>
                          <a:schemeClr val="bg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0" algn="ctr" defTabSz="1425550" rtl="0" eaLnBrk="1" latinLnBrk="0" hangingPunct="1"/>
                      <a:r>
                        <a:rPr lang="en-US" sz="2800" b="0" kern="1200" spc="-150" dirty="0">
                          <a:solidFill>
                            <a:schemeClr val="bg1"/>
                          </a:solidFill>
                          <a:latin typeface="Maiandra GD" panose="020E0502030308020204" pitchFamily="34" charset="0"/>
                          <a:ea typeface="Calibri" panose="020F0502020204030204" pitchFamily="34" charset="0"/>
                          <a:cs typeface="Times New Roman" panose="02020603050405020304" pitchFamily="18" charset="0"/>
                        </a:rPr>
                        <a:t>Conventional Practice</a:t>
                      </a:r>
                      <a:endParaRPr lang="en-IN" sz="2800" b="0" kern="1200" spc="-150" dirty="0">
                        <a:solidFill>
                          <a:schemeClr val="bg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0" algn="ctr" defTabSz="1425550" rtl="0" eaLnBrk="1" latinLnBrk="0" hangingPunct="1"/>
                      <a:r>
                        <a:rPr lang="en-US" sz="2800" b="0" kern="1200" spc="-150" dirty="0">
                          <a:solidFill>
                            <a:schemeClr val="bg1"/>
                          </a:solidFill>
                          <a:latin typeface="Maiandra GD" panose="020E0502030308020204" pitchFamily="34" charset="0"/>
                          <a:ea typeface="Calibri" panose="020F0502020204030204" pitchFamily="34" charset="0"/>
                          <a:cs typeface="Times New Roman" panose="02020603050405020304" pitchFamily="18" charset="0"/>
                        </a:rPr>
                        <a:t>Proposed Alternative</a:t>
                      </a:r>
                      <a:endParaRPr lang="en-IN" sz="2800" b="0" kern="1200" spc="-150" dirty="0">
                        <a:solidFill>
                          <a:schemeClr val="bg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262892075"/>
                  </a:ext>
                </a:extLst>
              </a:tr>
              <a:tr h="2200830">
                <a:tc>
                  <a:txBody>
                    <a:bodyPr/>
                    <a:lstStyle/>
                    <a:p>
                      <a:pPr marL="0" marR="0" lvl="0" indent="0" algn="l" defTabSz="1425550" rtl="0" eaLnBrk="1" fontAlgn="auto" latinLnBrk="0" hangingPunct="1">
                        <a:lnSpc>
                          <a:spcPct val="100000"/>
                        </a:lnSpc>
                        <a:spcBef>
                          <a:spcPts val="0"/>
                        </a:spcBef>
                        <a:spcAft>
                          <a:spcPts val="0"/>
                        </a:spcAft>
                        <a:buClrTx/>
                        <a:buSzTx/>
                        <a:buFontTx/>
                        <a:buNone/>
                        <a:tabLst/>
                        <a:defRP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1</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457200" indent="-457200" algn="l" defTabSz="1425550" rtl="0" eaLnBrk="1" latinLnBrk="0" hangingPunct="1">
                        <a:buFont typeface="Arial" panose="020B0604020202020204" pitchFamily="34" charset="0"/>
                        <a:buChar cha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Delayed Action: Roads need to be barricaded for repairs. This puts more stress on existing roads.</a:t>
                      </a:r>
                    </a:p>
                    <a:p>
                      <a:pPr marL="457200" marR="0" lvl="0" indent="-457200" algn="l" defTabSz="14255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More workforce</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457200" indent="-457200" algn="l" defTabSz="1425550" rtl="0" eaLnBrk="1" latinLnBrk="0" hangingPunct="1">
                        <a:buFont typeface="Arial" panose="020B0604020202020204" pitchFamily="34" charset="0"/>
                        <a:buChar cha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Swift Action: Pothole takes </a:t>
                      </a:r>
                      <a:r>
                        <a:rPr lang="en-US" sz="2800" b="0" kern="1200" spc="-150" dirty="0" err="1">
                          <a:solidFill>
                            <a:schemeClr val="dk1"/>
                          </a:solidFill>
                          <a:latin typeface="Maiandra GD" panose="020E0502030308020204" pitchFamily="34" charset="0"/>
                          <a:ea typeface="Calibri" panose="020F0502020204030204" pitchFamily="34" charset="0"/>
                          <a:cs typeface="Times New Roman" panose="02020603050405020304" pitchFamily="18" charset="0"/>
                        </a:rPr>
                        <a:t>upto</a:t>
                      </a: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 an hour to fix</a:t>
                      </a:r>
                    </a:p>
                    <a:p>
                      <a:pPr marL="457200" marR="0" lvl="0" indent="-457200" algn="l" defTabSz="14255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No manpower required</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003387830"/>
                  </a:ext>
                </a:extLst>
              </a:tr>
              <a:tr h="1678600">
                <a:tc>
                  <a:txBody>
                    <a:bodyPr/>
                    <a:lstStyle/>
                    <a:p>
                      <a:pPr marL="0" algn="l" defTabSz="1425550" rtl="0" eaLnBrk="1" latinLnBrk="0" hangingPunct="1"/>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2</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0" indent="0" algn="l" defTabSz="1425550" rtl="0" eaLnBrk="1" latinLnBrk="0" hangingPunct="1">
                        <a:buFont typeface="Arial" panose="020B0604020202020204" pitchFamily="34" charset="0"/>
                        <a:buNone/>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Due to extensive nature of repairs, number and size of potholes increases until next repair.</a:t>
                      </a:r>
                    </a:p>
                  </a:txBody>
                  <a:tcPr anchor="ctr"/>
                </a:tc>
                <a:tc>
                  <a:txBody>
                    <a:bodyPr/>
                    <a:lstStyle/>
                    <a:p>
                      <a:pPr marL="0" algn="l" defTabSz="1425550" rtl="0" eaLnBrk="1" latinLnBrk="0" hangingPunct="1"/>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The ARRV detects and fixes even small potholes, hence preventing them from worsening.</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3967338100"/>
                  </a:ext>
                </a:extLst>
              </a:tr>
              <a:tr h="1158545">
                <a:tc>
                  <a:txBody>
                    <a:bodyPr/>
                    <a:lstStyle/>
                    <a:p>
                      <a:pPr marL="0" algn="l" defTabSz="1425550" rtl="0" eaLnBrk="1" latinLnBrk="0" hangingPunct="1"/>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3</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marL="0" marR="0" lvl="0" indent="0" algn="l" defTabSz="142555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Cost of repairs pertains to that of the entire road.</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tc>
                  <a:txBody>
                    <a:bodyPr/>
                    <a:lstStyle/>
                    <a:p>
                      <a:pPr algn="l"/>
                      <a:r>
                        <a:rPr lang="en-US"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rPr>
                        <a:t>Only the materials required to fix a single pothole are used at a time.</a:t>
                      </a:r>
                      <a:endParaRPr lang="en-IN" sz="2800" b="0" kern="1200" spc="-150" dirty="0">
                        <a:solidFill>
                          <a:schemeClr val="dk1"/>
                        </a:solidFill>
                        <a:latin typeface="Maiandra GD" panose="020E0502030308020204" pitchFamily="34" charset="0"/>
                        <a:ea typeface="Calibri" panose="020F0502020204030204" pitchFamily="34" charset="0"/>
                        <a:cs typeface="Times New Roman" panose="02020603050405020304" pitchFamily="18" charset="0"/>
                      </a:endParaRPr>
                    </a:p>
                  </a:txBody>
                  <a:tcPr anchor="ctr"/>
                </a:tc>
                <a:extLst>
                  <a:ext uri="{0D108BD9-81ED-4DB2-BD59-A6C34878D82A}">
                    <a16:rowId xmlns:a16="http://schemas.microsoft.com/office/drawing/2014/main" val="2669574040"/>
                  </a:ext>
                </a:extLst>
              </a:tr>
            </a:tbl>
          </a:graphicData>
        </a:graphic>
      </p:graphicFrame>
    </p:spTree>
    <p:extLst>
      <p:ext uri="{BB962C8B-B14F-4D97-AF65-F5344CB8AC3E}">
        <p14:creationId xmlns:p14="http://schemas.microsoft.com/office/powerpoint/2010/main" val="39408805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21344D-B473-4800-B969-800DC479A87A}"/>
              </a:ext>
            </a:extLst>
          </p:cNvPr>
          <p:cNvSpPr txBox="1"/>
          <p:nvPr/>
        </p:nvSpPr>
        <p:spPr>
          <a:xfrm>
            <a:off x="3389106" y="1071068"/>
            <a:ext cx="8341134" cy="1107996"/>
          </a:xfrm>
          <a:prstGeom prst="rect">
            <a:avLst/>
          </a:prstGeom>
          <a:solidFill>
            <a:srgbClr val="7030A0"/>
          </a:solidFill>
        </p:spPr>
        <p:txBody>
          <a:bodyPr wrap="square" rtlCol="0">
            <a:spAutoFit/>
          </a:bodyPr>
          <a:lstStyle/>
          <a:p>
            <a:pPr algn="ctr"/>
            <a:r>
              <a:rPr lang="en-US" sz="6600" dirty="0">
                <a:solidFill>
                  <a:schemeClr val="bg1"/>
                </a:solidFill>
                <a:latin typeface="Britannic Bold" panose="020B0903060703020204" pitchFamily="34" charset="0"/>
              </a:rPr>
              <a:t>FUTURE DIRECTIONS</a:t>
            </a:r>
            <a:endParaRPr lang="en-IN" sz="6600" dirty="0">
              <a:solidFill>
                <a:schemeClr val="bg1"/>
              </a:solidFill>
              <a:latin typeface="Britannic Bold" panose="020B0903060703020204" pitchFamily="34" charset="0"/>
            </a:endParaRPr>
          </a:p>
        </p:txBody>
      </p:sp>
      <p:sp>
        <p:nvSpPr>
          <p:cNvPr id="4" name="TextBox 3">
            <a:extLst>
              <a:ext uri="{FF2B5EF4-FFF2-40B4-BE49-F238E27FC236}">
                <a16:creationId xmlns:a16="http://schemas.microsoft.com/office/drawing/2014/main" id="{D1ACE364-AB6A-EA56-0623-896AC1802F13}"/>
              </a:ext>
            </a:extLst>
          </p:cNvPr>
          <p:cNvSpPr txBox="1"/>
          <p:nvPr/>
        </p:nvSpPr>
        <p:spPr>
          <a:xfrm>
            <a:off x="1347558" y="2508249"/>
            <a:ext cx="12424229" cy="5636864"/>
          </a:xfrm>
          <a:prstGeom prst="rect">
            <a:avLst/>
          </a:prstGeom>
          <a:noFill/>
        </p:spPr>
        <p:txBody>
          <a:bodyPr wrap="square" rtlCol="0">
            <a:spAutoFit/>
          </a:bodyPr>
          <a:lstStyle/>
          <a:p>
            <a:pPr marL="457200" indent="-457200">
              <a:lnSpc>
                <a:spcPct val="15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actual ARRV will be about the size of an average car – 2 meters in length and 1.5 meters wide</a:t>
            </a:r>
          </a:p>
          <a:p>
            <a:pPr marL="457200" indent="-457200">
              <a:lnSpc>
                <a:spcPct val="15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The vehicle will operate at night to avoid interfering with traffic</a:t>
            </a:r>
          </a:p>
          <a:p>
            <a:pPr marL="457200" indent="-457200">
              <a:lnSpc>
                <a:spcPct val="150000"/>
              </a:lnSpc>
              <a:spcAft>
                <a:spcPts val="1200"/>
              </a:spcAft>
              <a:buFont typeface="Arial" panose="020B0604020202020204" pitchFamily="34" charset="0"/>
              <a:buChar char="•"/>
            </a:pPr>
            <a:r>
              <a:rPr lang="en-US" sz="3200" spc="-150" dirty="0">
                <a:latin typeface="Maiandra GD" panose="020E0502030308020204" pitchFamily="34" charset="0"/>
                <a:ea typeface="Calibri" panose="020F0502020204030204" pitchFamily="34" charset="0"/>
                <a:cs typeface="Times New Roman" panose="02020603050405020304" pitchFamily="18" charset="0"/>
              </a:rPr>
              <a:t>A prominent blue light will be mounted on top of the ARRV while it waits in front of the pothole, signaling its presence.</a:t>
            </a:r>
          </a:p>
          <a:p>
            <a:pPr marL="457200" indent="-457200">
              <a:lnSpc>
                <a:spcPct val="150000"/>
              </a:lnSpc>
              <a:spcAft>
                <a:spcPts val="1200"/>
              </a:spcAft>
              <a:buFont typeface="Arial" panose="020B0604020202020204" pitchFamily="34" charset="0"/>
              <a:buChar char="•"/>
            </a:pPr>
            <a:r>
              <a:rPr lang="en-IN" sz="3200" spc="-150" dirty="0">
                <a:latin typeface="Maiandra GD" panose="020E0502030308020204" pitchFamily="34" charset="0"/>
                <a:ea typeface="Calibri" panose="020F0502020204030204" pitchFamily="34" charset="0"/>
                <a:cs typeface="Times New Roman" panose="02020603050405020304" pitchFamily="18" charset="0"/>
              </a:rPr>
              <a:t>It materials will last up to 10 km after which it would stop, signalling a refill.</a:t>
            </a:r>
          </a:p>
        </p:txBody>
      </p:sp>
    </p:spTree>
    <p:extLst>
      <p:ext uri="{BB962C8B-B14F-4D97-AF65-F5344CB8AC3E}">
        <p14:creationId xmlns:p14="http://schemas.microsoft.com/office/powerpoint/2010/main" val="173442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EB2FBDD-8A73-F94C-F9E5-81C328F339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8533" y="727062"/>
            <a:ext cx="6911142" cy="5472165"/>
          </a:xfrm>
          <a:prstGeom prst="rect">
            <a:avLst/>
          </a:prstGeom>
        </p:spPr>
      </p:pic>
      <p:pic>
        <p:nvPicPr>
          <p:cNvPr id="7" name="Picture 6">
            <a:extLst>
              <a:ext uri="{FF2B5EF4-FFF2-40B4-BE49-F238E27FC236}">
                <a16:creationId xmlns:a16="http://schemas.microsoft.com/office/drawing/2014/main" id="{ADABC0EA-CF23-74AA-24CD-8B09D14313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8111" y="6302959"/>
            <a:ext cx="5137458" cy="4225784"/>
          </a:xfrm>
          <a:prstGeom prst="rect">
            <a:avLst/>
          </a:prstGeom>
        </p:spPr>
      </p:pic>
      <p:pic>
        <p:nvPicPr>
          <p:cNvPr id="9" name="Picture 8">
            <a:extLst>
              <a:ext uri="{FF2B5EF4-FFF2-40B4-BE49-F238E27FC236}">
                <a16:creationId xmlns:a16="http://schemas.microsoft.com/office/drawing/2014/main" id="{17A9AD36-AB4C-E31A-1620-C14545FC9E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71464" y="479685"/>
            <a:ext cx="5999353" cy="7993583"/>
          </a:xfrm>
          <a:prstGeom prst="rect">
            <a:avLst/>
          </a:prstGeom>
        </p:spPr>
      </p:pic>
    </p:spTree>
    <p:extLst>
      <p:ext uri="{BB962C8B-B14F-4D97-AF65-F5344CB8AC3E}">
        <p14:creationId xmlns:p14="http://schemas.microsoft.com/office/powerpoint/2010/main" val="112262830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293</TotalTime>
  <Words>758</Words>
  <Application>Microsoft Office PowerPoint</Application>
  <PresentationFormat>Custom</PresentationFormat>
  <Paragraphs>67</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Berlin Sans FB Demi</vt:lpstr>
      <vt:lpstr>Britannic Bold</vt:lpstr>
      <vt:lpstr>Calibri</vt:lpstr>
      <vt:lpstr>Calibri Light</vt:lpstr>
      <vt:lpstr>Maiandra GD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Muhammed Muaaz</dc:creator>
  <cp:lastModifiedBy>Muhammed Zaid</cp:lastModifiedBy>
  <cp:revision>148</cp:revision>
  <dcterms:created xsi:type="dcterms:W3CDTF">2023-01-27T13:57:55Z</dcterms:created>
  <dcterms:modified xsi:type="dcterms:W3CDTF">2025-11-22T06:45:26Z</dcterms:modified>
</cp:coreProperties>
</file>